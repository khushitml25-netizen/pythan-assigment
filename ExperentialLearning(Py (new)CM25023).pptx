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60" r:id="rId4"/>
    <p:sldId id="262" r:id="rId5"/>
    <p:sldId id="265" r:id="rId6"/>
    <p:sldId id="263" r:id="rId7"/>
    <p:sldId id="266" r:id="rId8"/>
    <p:sldId id="267" r:id="rId9"/>
    <p:sldId id="268" r:id="rId10"/>
    <p:sldId id="258" r:id="rId11"/>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1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66C179-2E26-4F54-A812-E38BF24CB4FF}" type="doc">
      <dgm:prSet loTypeId="urn:microsoft.com/office/officeart/2005/8/layout/bProcess4" loCatId="process" qsTypeId="urn:microsoft.com/office/officeart/2005/8/quickstyle/simple1" qsCatId="simple" csTypeId="urn:microsoft.com/office/officeart/2005/8/colors/colorful1" csCatId="colorful" phldr="1"/>
      <dgm:spPr>
        <a:scene3d>
          <a:camera prst="orthographicFront">
            <a:rot lat="0" lon="0" rev="0"/>
          </a:camera>
          <a:lightRig rig="glow" dir="t">
            <a:rot lat="0" lon="0" rev="4800000"/>
          </a:lightRig>
        </a:scene3d>
      </dgm:spPr>
      <dgm:t>
        <a:bodyPr/>
        <a:lstStyle/>
        <a:p>
          <a:endParaRPr lang="en-IN"/>
        </a:p>
      </dgm:t>
    </dgm:pt>
    <dgm:pt modelId="{7FBAF34D-A1FF-4018-8D3A-27FBF2C5404E}">
      <dgm:prSet phldrT="[Tex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Start the program.</a:t>
          </a:r>
        </a:p>
      </dgm:t>
    </dgm:pt>
    <dgm:pt modelId="{2FC1DCCE-3F75-4F05-B5A1-69EE415883FF}" type="parTrans" cxnId="{A08AABBD-AEF2-434C-BDFB-850DAD9CC9C1}">
      <dgm:prSet/>
      <dgm:spPr/>
      <dgm:t>
        <a:bodyPr/>
        <a:lstStyle/>
        <a:p>
          <a:endParaRPr lang="en-IN"/>
        </a:p>
      </dgm:t>
    </dgm:pt>
    <dgm:pt modelId="{AC9DE0E6-0814-4AA3-80D3-A268A7CDCECA}" type="sibTrans" cxnId="{A08AABBD-AEF2-434C-BDFB-850DAD9CC9C1}">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IN"/>
        </a:p>
      </dgm:t>
    </dgm:pt>
    <dgm:pt modelId="{6A717CEB-9833-402D-98E4-7FAA706F2488}">
      <dgm:prSet phldrT="[Tex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Create the user interface using Python.</a:t>
          </a:r>
        </a:p>
      </dgm:t>
    </dgm:pt>
    <dgm:pt modelId="{80F98206-65CA-4F4D-89A7-CF80D0E37BBC}" type="parTrans" cxnId="{B259EB48-CAC9-41FA-BE5F-DDBC89360A31}">
      <dgm:prSet/>
      <dgm:spPr/>
      <dgm:t>
        <a:bodyPr/>
        <a:lstStyle/>
        <a:p>
          <a:endParaRPr lang="en-IN"/>
        </a:p>
      </dgm:t>
    </dgm:pt>
    <dgm:pt modelId="{8D99C413-F425-4102-8674-D7C314997CCF}" type="sibTrans" cxnId="{B259EB48-CAC9-41FA-BE5F-DDBC89360A31}">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IN"/>
        </a:p>
      </dgm:t>
    </dgm:pt>
    <dgm:pt modelId="{0510E2E7-6E56-4143-BAA7-AEF16B4C5173}">
      <dgm:prSet phldrT="[Tex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Ask the user to enter an English word</a:t>
          </a:r>
        </a:p>
      </dgm:t>
    </dgm:pt>
    <dgm:pt modelId="{57B48920-FC2B-453E-8AB2-6A37CA1E51D3}" type="parTrans" cxnId="{6B564412-3C7C-44F2-B6A4-FAC59653451D}">
      <dgm:prSet/>
      <dgm:spPr/>
      <dgm:t>
        <a:bodyPr/>
        <a:lstStyle/>
        <a:p>
          <a:endParaRPr lang="en-IN"/>
        </a:p>
      </dgm:t>
    </dgm:pt>
    <dgm:pt modelId="{9B4C09EF-1B83-4B3A-AA50-57C60597D476}" type="sibTrans" cxnId="{6B564412-3C7C-44F2-B6A4-FAC59653451D}">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IN"/>
        </a:p>
      </dgm:t>
    </dgm:pt>
    <dgm:pt modelId="{D2896369-0AD2-42E9-BBFA-EE1AEF2581C3}">
      <dgm:prSet phldrT="[Tex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Validate the entered input.</a:t>
          </a:r>
        </a:p>
      </dgm:t>
    </dgm:pt>
    <dgm:pt modelId="{1D488D8E-9A0B-435C-AD61-022863B72A4E}" type="parTrans" cxnId="{80460B93-737C-4704-B56C-1034DDF196ED}">
      <dgm:prSet/>
      <dgm:spPr/>
      <dgm:t>
        <a:bodyPr/>
        <a:lstStyle/>
        <a:p>
          <a:endParaRPr lang="en-IN"/>
        </a:p>
      </dgm:t>
    </dgm:pt>
    <dgm:pt modelId="{2F4600AE-453E-4E43-B285-56DA46BB0530}" type="sibTrans" cxnId="{80460B93-737C-4704-B56C-1034DDF196ED}">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IN"/>
        </a:p>
      </dgm:t>
    </dgm:pt>
    <dgm:pt modelId="{713DB344-4F8D-4EA6-8D3D-3A0C881E24FF}">
      <dgm:prSet phldrT="[Tex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Send the entered word to the Dictionary API using an HTTP request.</a:t>
          </a:r>
        </a:p>
      </dgm:t>
    </dgm:pt>
    <dgm:pt modelId="{DAF3EC3E-E298-49F3-AA8D-D4E3E9ADB1DE}" type="parTrans" cxnId="{67D80300-4179-4812-9B67-9077BC442149}">
      <dgm:prSet/>
      <dgm:spPr/>
      <dgm:t>
        <a:bodyPr/>
        <a:lstStyle/>
        <a:p>
          <a:endParaRPr lang="en-IN"/>
        </a:p>
      </dgm:t>
    </dgm:pt>
    <dgm:pt modelId="{778396B2-993B-4FDB-8057-504FFBCDE588}" type="sibTrans" cxnId="{67D80300-4179-4812-9B67-9077BC442149}">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IN"/>
        </a:p>
      </dgm:t>
    </dgm:pt>
    <dgm:pt modelId="{89DAF22F-353E-4A02-B9D4-9A27F291936D}">
      <dgm:prSet phldrT="[Tex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Receive the response from the API in JSON format.</a:t>
          </a:r>
        </a:p>
      </dgm:t>
    </dgm:pt>
    <dgm:pt modelId="{46AA69AB-007B-4A5B-AD4A-A39F6A769E59}" type="parTrans" cxnId="{F5D9A3E9-F783-4AD1-8BBA-DCFD3BF90C6A}">
      <dgm:prSet/>
      <dgm:spPr/>
      <dgm:t>
        <a:bodyPr/>
        <a:lstStyle/>
        <a:p>
          <a:endParaRPr lang="en-IN"/>
        </a:p>
      </dgm:t>
    </dgm:pt>
    <dgm:pt modelId="{0B86CE86-7F0B-4706-9E28-FB8D359460A6}" type="sibTrans" cxnId="{F5D9A3E9-F783-4AD1-8BBA-DCFD3BF90C6A}">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IN"/>
        </a:p>
      </dgm:t>
    </dgm:pt>
    <dgm:pt modelId="{7DFEF28B-BAC9-469A-A5E5-58A406601BDA}">
      <dgm:prSet phldrT="[Tex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Check whether the requested word is available.</a:t>
          </a:r>
        </a:p>
      </dgm:t>
    </dgm:pt>
    <dgm:pt modelId="{82A6C8C0-5468-48FA-8C36-73A770DC21B4}" type="parTrans" cxnId="{3B4CE2FA-5683-4C78-93B9-F2FD81770250}">
      <dgm:prSet/>
      <dgm:spPr/>
      <dgm:t>
        <a:bodyPr/>
        <a:lstStyle/>
        <a:p>
          <a:endParaRPr lang="en-IN"/>
        </a:p>
      </dgm:t>
    </dgm:pt>
    <dgm:pt modelId="{5D0EC66D-C7B0-4A28-86F2-54D142964BAD}" type="sibTrans" cxnId="{3B4CE2FA-5683-4C78-93B9-F2FD81770250}">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IN"/>
        </a:p>
      </dgm:t>
    </dgm:pt>
    <dgm:pt modelId="{F9CFD086-E6F2-4C8C-B8C4-3AF2D42B9C2B}">
      <dgm:prSet phldrT="[Text]" phldr="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r>
            <a:rPr lang="en-US" dirty="0"/>
            <a:t>If the word is found extract all meanings and all.</a:t>
          </a:r>
          <a:endParaRPr lang="en-IN" dirty="0"/>
        </a:p>
      </dgm:t>
    </dgm:pt>
    <dgm:pt modelId="{5BC3D292-50CD-4487-B230-F48B262631CD}" type="parTrans" cxnId="{BB83378F-8FE2-4077-BB8F-2E4F63CCFB5F}">
      <dgm:prSet/>
      <dgm:spPr/>
      <dgm:t>
        <a:bodyPr/>
        <a:lstStyle/>
        <a:p>
          <a:endParaRPr lang="en-IN"/>
        </a:p>
      </dgm:t>
    </dgm:pt>
    <dgm:pt modelId="{42E77A7A-71D2-437E-9055-C8F9763AFD7E}" type="sibTrans" cxnId="{BB83378F-8FE2-4077-BB8F-2E4F63CCFB5F}">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IN"/>
        </a:p>
      </dgm:t>
    </dgm:pt>
    <dgm:pt modelId="{2D47237F-E8A7-450B-8088-0BAD94DDD82B}">
      <dgm:prSet phldrT="[Tex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Display the extracted information on the application interface.</a:t>
          </a:r>
        </a:p>
      </dgm:t>
    </dgm:pt>
    <dgm:pt modelId="{8575722C-28CD-404E-8A5D-D5C258027621}" type="parTrans" cxnId="{F18F1438-37A8-4CA8-8B46-60E69027D0D6}">
      <dgm:prSet/>
      <dgm:spPr/>
      <dgm:t>
        <a:bodyPr/>
        <a:lstStyle/>
        <a:p>
          <a:endParaRPr lang="en-IN"/>
        </a:p>
      </dgm:t>
    </dgm:pt>
    <dgm:pt modelId="{890B2895-F7D8-4EC5-A9B1-6A917AE68FE9}" type="sibTrans" cxnId="{F18F1438-37A8-4CA8-8B46-60E69027D0D6}">
      <dgm:prSet/>
      <dgm:spPr/>
      <dgm:t>
        <a:bodyPr/>
        <a:lstStyle/>
        <a:p>
          <a:endParaRPr lang="en-IN"/>
        </a:p>
      </dgm:t>
    </dgm:pt>
    <dgm:pt modelId="{E06F014B-37BA-4E14-981B-3F6D5D64DCD1}" type="pres">
      <dgm:prSet presAssocID="{E066C179-2E26-4F54-A812-E38BF24CB4FF}" presName="Name0" presStyleCnt="0">
        <dgm:presLayoutVars>
          <dgm:dir/>
          <dgm:resizeHandles/>
        </dgm:presLayoutVars>
      </dgm:prSet>
      <dgm:spPr/>
    </dgm:pt>
    <dgm:pt modelId="{23F0B44A-DE72-4E1C-B90D-0B3E72CA4EFA}" type="pres">
      <dgm:prSet presAssocID="{7FBAF34D-A1FF-4018-8D3A-27FBF2C5404E}"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D615CE88-2F27-4065-A805-B99E028AA72F}" type="pres">
      <dgm:prSet presAssocID="{7FBAF34D-A1FF-4018-8D3A-27FBF2C5404E}"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70C8053C-B866-489E-9CFA-AAEEC84327ED}" type="pres">
      <dgm:prSet presAssocID="{7FBAF34D-A1FF-4018-8D3A-27FBF2C5404E}" presName="node" presStyleLbl="node1" presStyleIdx="0" presStyleCnt="9">
        <dgm:presLayoutVars>
          <dgm:bulletEnabled val="1"/>
        </dgm:presLayoutVars>
      </dgm:prSet>
      <dgm:spPr/>
    </dgm:pt>
    <dgm:pt modelId="{7A52FA49-9B6F-4BCB-90A6-2D5C4676235F}" type="pres">
      <dgm:prSet presAssocID="{AC9DE0E6-0814-4AA3-80D3-A268A7CDCECA}" presName="sibTrans" presStyleLbl="bgSibTrans2D1" presStyleIdx="0" presStyleCnt="8"/>
      <dgm:spPr/>
    </dgm:pt>
    <dgm:pt modelId="{82D250ED-7B57-4760-B954-A9EB128E445F}" type="pres">
      <dgm:prSet presAssocID="{6A717CEB-9833-402D-98E4-7FAA706F2488}"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2274E8A0-7980-4550-836D-FA39A14E6637}" type="pres">
      <dgm:prSet presAssocID="{6A717CEB-9833-402D-98E4-7FAA706F2488}"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998C7338-71A2-4FC6-8716-F7F0401B0B9D}" type="pres">
      <dgm:prSet presAssocID="{6A717CEB-9833-402D-98E4-7FAA706F2488}" presName="node" presStyleLbl="node1" presStyleIdx="1" presStyleCnt="9">
        <dgm:presLayoutVars>
          <dgm:bulletEnabled val="1"/>
        </dgm:presLayoutVars>
      </dgm:prSet>
      <dgm:spPr/>
    </dgm:pt>
    <dgm:pt modelId="{2C33FE06-5802-463E-880F-6D46703E125A}" type="pres">
      <dgm:prSet presAssocID="{8D99C413-F425-4102-8674-D7C314997CCF}" presName="sibTrans" presStyleLbl="bgSibTrans2D1" presStyleIdx="1" presStyleCnt="8"/>
      <dgm:spPr/>
    </dgm:pt>
    <dgm:pt modelId="{59C76EBA-4A98-41A7-BD48-EA7E09ED6D6F}" type="pres">
      <dgm:prSet presAssocID="{0510E2E7-6E56-4143-BAA7-AEF16B4C5173}"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2B8C9D73-66F9-4C64-A9B8-E564C4F6FC09}" type="pres">
      <dgm:prSet presAssocID="{0510E2E7-6E56-4143-BAA7-AEF16B4C5173}"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DE61C50A-AEC1-4FE0-89D0-2AA832328C99}" type="pres">
      <dgm:prSet presAssocID="{0510E2E7-6E56-4143-BAA7-AEF16B4C5173}" presName="node" presStyleLbl="node1" presStyleIdx="2" presStyleCnt="9">
        <dgm:presLayoutVars>
          <dgm:bulletEnabled val="1"/>
        </dgm:presLayoutVars>
      </dgm:prSet>
      <dgm:spPr/>
    </dgm:pt>
    <dgm:pt modelId="{A227F645-9951-443C-B14D-707A0CFCBA55}" type="pres">
      <dgm:prSet presAssocID="{9B4C09EF-1B83-4B3A-AA50-57C60597D476}" presName="sibTrans" presStyleLbl="bgSibTrans2D1" presStyleIdx="2" presStyleCnt="8"/>
      <dgm:spPr/>
    </dgm:pt>
    <dgm:pt modelId="{A38E02EA-D94E-4BFB-925D-7D50DCBD8CB0}" type="pres">
      <dgm:prSet presAssocID="{D2896369-0AD2-42E9-BBFA-EE1AEF2581C3}"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716B4884-ABE5-4D3C-8104-DB119D49094A}" type="pres">
      <dgm:prSet presAssocID="{D2896369-0AD2-42E9-BBFA-EE1AEF2581C3}"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5B7E2B88-B36F-490F-96D6-DF08E59A6750}" type="pres">
      <dgm:prSet presAssocID="{D2896369-0AD2-42E9-BBFA-EE1AEF2581C3}" presName="node" presStyleLbl="node1" presStyleIdx="3" presStyleCnt="9">
        <dgm:presLayoutVars>
          <dgm:bulletEnabled val="1"/>
        </dgm:presLayoutVars>
      </dgm:prSet>
      <dgm:spPr/>
    </dgm:pt>
    <dgm:pt modelId="{67DC1ADC-8A14-4B25-9010-F2485F5CD314}" type="pres">
      <dgm:prSet presAssocID="{2F4600AE-453E-4E43-B285-56DA46BB0530}" presName="sibTrans" presStyleLbl="bgSibTrans2D1" presStyleIdx="3" presStyleCnt="8"/>
      <dgm:spPr/>
    </dgm:pt>
    <dgm:pt modelId="{7613736E-DF3E-4648-BB55-AD5A16DD618F}" type="pres">
      <dgm:prSet presAssocID="{713DB344-4F8D-4EA6-8D3D-3A0C881E24FF}"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954349E3-BE2D-4B0E-9221-A633F77B43C2}" type="pres">
      <dgm:prSet presAssocID="{713DB344-4F8D-4EA6-8D3D-3A0C881E24FF}"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6FB8BA61-DE72-40D7-BED7-27F8F58D99B4}" type="pres">
      <dgm:prSet presAssocID="{713DB344-4F8D-4EA6-8D3D-3A0C881E24FF}" presName="node" presStyleLbl="node1" presStyleIdx="4" presStyleCnt="9">
        <dgm:presLayoutVars>
          <dgm:bulletEnabled val="1"/>
        </dgm:presLayoutVars>
      </dgm:prSet>
      <dgm:spPr/>
    </dgm:pt>
    <dgm:pt modelId="{49C1E222-1065-45B0-A534-C3685975C85C}" type="pres">
      <dgm:prSet presAssocID="{778396B2-993B-4FDB-8057-504FFBCDE588}" presName="sibTrans" presStyleLbl="bgSibTrans2D1" presStyleIdx="4" presStyleCnt="8"/>
      <dgm:spPr/>
    </dgm:pt>
    <dgm:pt modelId="{C3F1D837-B253-4FA9-B5D2-9ACD413E02C5}" type="pres">
      <dgm:prSet presAssocID="{89DAF22F-353E-4A02-B9D4-9A27F291936D}"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7D6526C8-F60A-4172-998A-6F5E623CF739}" type="pres">
      <dgm:prSet presAssocID="{89DAF22F-353E-4A02-B9D4-9A27F291936D}"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C3FCD38C-D817-46DE-B914-A44CD704B538}" type="pres">
      <dgm:prSet presAssocID="{89DAF22F-353E-4A02-B9D4-9A27F291936D}" presName="node" presStyleLbl="node1" presStyleIdx="5" presStyleCnt="9">
        <dgm:presLayoutVars>
          <dgm:bulletEnabled val="1"/>
        </dgm:presLayoutVars>
      </dgm:prSet>
      <dgm:spPr/>
    </dgm:pt>
    <dgm:pt modelId="{A2E8F597-AFB7-4C69-8831-6D9E8D2DC292}" type="pres">
      <dgm:prSet presAssocID="{0B86CE86-7F0B-4706-9E28-FB8D359460A6}" presName="sibTrans" presStyleLbl="bgSibTrans2D1" presStyleIdx="5" presStyleCnt="8"/>
      <dgm:spPr/>
    </dgm:pt>
    <dgm:pt modelId="{9D55D9B8-B800-4904-BAE0-790723C508F1}" type="pres">
      <dgm:prSet presAssocID="{7DFEF28B-BAC9-469A-A5E5-58A406601BDA}"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B45F4313-CB86-4752-BB22-DE6867BF84D3}" type="pres">
      <dgm:prSet presAssocID="{7DFEF28B-BAC9-469A-A5E5-58A406601BDA}"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31FB4F2E-C41A-4F1C-B5B0-6B867374A2B2}" type="pres">
      <dgm:prSet presAssocID="{7DFEF28B-BAC9-469A-A5E5-58A406601BDA}" presName="node" presStyleLbl="node1" presStyleIdx="6" presStyleCnt="9">
        <dgm:presLayoutVars>
          <dgm:bulletEnabled val="1"/>
        </dgm:presLayoutVars>
      </dgm:prSet>
      <dgm:spPr/>
    </dgm:pt>
    <dgm:pt modelId="{FB1D1780-94BA-43C9-ADB0-5B8BCC63E209}" type="pres">
      <dgm:prSet presAssocID="{5D0EC66D-C7B0-4A28-86F2-54D142964BAD}" presName="sibTrans" presStyleLbl="bgSibTrans2D1" presStyleIdx="6" presStyleCnt="8"/>
      <dgm:spPr/>
    </dgm:pt>
    <dgm:pt modelId="{6DC962E4-F783-421D-A78D-4FA0677F7392}" type="pres">
      <dgm:prSet presAssocID="{F9CFD086-E6F2-4C8C-B8C4-3AF2D42B9C2B}"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876275C9-08C0-42B0-9FC8-1B42060FD082}" type="pres">
      <dgm:prSet presAssocID="{F9CFD086-E6F2-4C8C-B8C4-3AF2D42B9C2B}"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D961C1C5-85D2-49BC-94CA-34F78A2FB4DD}" type="pres">
      <dgm:prSet presAssocID="{F9CFD086-E6F2-4C8C-B8C4-3AF2D42B9C2B}" presName="node" presStyleLbl="node1" presStyleIdx="7" presStyleCnt="9">
        <dgm:presLayoutVars>
          <dgm:bulletEnabled val="1"/>
        </dgm:presLayoutVars>
      </dgm:prSet>
      <dgm:spPr/>
    </dgm:pt>
    <dgm:pt modelId="{413F1C91-A915-4C4B-9180-A726BF0EF5FF}" type="pres">
      <dgm:prSet presAssocID="{42E77A7A-71D2-437E-9055-C8F9763AFD7E}" presName="sibTrans" presStyleLbl="bgSibTrans2D1" presStyleIdx="7" presStyleCnt="8"/>
      <dgm:spPr/>
    </dgm:pt>
    <dgm:pt modelId="{1DF4BC88-A57B-4AE6-BB71-DC87094B4D4D}" type="pres">
      <dgm:prSet presAssocID="{2D47237F-E8A7-450B-8088-0BAD94DDD82B}"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855FED0A-FAFC-4528-81E8-D5EDF8F06E32}" type="pres">
      <dgm:prSet presAssocID="{2D47237F-E8A7-450B-8088-0BAD94DDD82B}"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5F0998CE-44E1-4DDD-AB00-821ECBA44753}" type="pres">
      <dgm:prSet presAssocID="{2D47237F-E8A7-450B-8088-0BAD94DDD82B}" presName="node" presStyleLbl="node1" presStyleIdx="8" presStyleCnt="9">
        <dgm:presLayoutVars>
          <dgm:bulletEnabled val="1"/>
        </dgm:presLayoutVars>
      </dgm:prSet>
      <dgm:spPr/>
    </dgm:pt>
  </dgm:ptLst>
  <dgm:cxnLst>
    <dgm:cxn modelId="{67D80300-4179-4812-9B67-9077BC442149}" srcId="{E066C179-2E26-4F54-A812-E38BF24CB4FF}" destId="{713DB344-4F8D-4EA6-8D3D-3A0C881E24FF}" srcOrd="4" destOrd="0" parTransId="{DAF3EC3E-E298-49F3-AA8D-D4E3E9ADB1DE}" sibTransId="{778396B2-993B-4FDB-8057-504FFBCDE588}"/>
    <dgm:cxn modelId="{6B564412-3C7C-44F2-B6A4-FAC59653451D}" srcId="{E066C179-2E26-4F54-A812-E38BF24CB4FF}" destId="{0510E2E7-6E56-4143-BAA7-AEF16B4C5173}" srcOrd="2" destOrd="0" parTransId="{57B48920-FC2B-453E-8AB2-6A37CA1E51D3}" sibTransId="{9B4C09EF-1B83-4B3A-AA50-57C60597D476}"/>
    <dgm:cxn modelId="{6F5E711E-AE92-4973-B015-F04B5D2101A6}" type="presOf" srcId="{D2896369-0AD2-42E9-BBFA-EE1AEF2581C3}" destId="{5B7E2B88-B36F-490F-96D6-DF08E59A6750}" srcOrd="0" destOrd="0" presId="urn:microsoft.com/office/officeart/2005/8/layout/bProcess4"/>
    <dgm:cxn modelId="{EC8FE022-A726-4A4F-8773-23B7BE366B65}" type="presOf" srcId="{F9CFD086-E6F2-4C8C-B8C4-3AF2D42B9C2B}" destId="{D961C1C5-85D2-49BC-94CA-34F78A2FB4DD}" srcOrd="0" destOrd="0" presId="urn:microsoft.com/office/officeart/2005/8/layout/bProcess4"/>
    <dgm:cxn modelId="{4D9A1428-145B-4BC2-A954-7F5D7E1316BC}" type="presOf" srcId="{0B86CE86-7F0B-4706-9E28-FB8D359460A6}" destId="{A2E8F597-AFB7-4C69-8831-6D9E8D2DC292}" srcOrd="0" destOrd="0" presId="urn:microsoft.com/office/officeart/2005/8/layout/bProcess4"/>
    <dgm:cxn modelId="{7EE19F35-BA2C-4494-A59A-90FD4874FD60}" type="presOf" srcId="{E066C179-2E26-4F54-A812-E38BF24CB4FF}" destId="{E06F014B-37BA-4E14-981B-3F6D5D64DCD1}" srcOrd="0" destOrd="0" presId="urn:microsoft.com/office/officeart/2005/8/layout/bProcess4"/>
    <dgm:cxn modelId="{F18F1438-37A8-4CA8-8B46-60E69027D0D6}" srcId="{E066C179-2E26-4F54-A812-E38BF24CB4FF}" destId="{2D47237F-E8A7-450B-8088-0BAD94DDD82B}" srcOrd="8" destOrd="0" parTransId="{8575722C-28CD-404E-8A5D-D5C258027621}" sibTransId="{890B2895-F7D8-4EC5-A9B1-6A917AE68FE9}"/>
    <dgm:cxn modelId="{F7C2D139-D594-48DC-AAFE-55BE3B142548}" type="presOf" srcId="{89DAF22F-353E-4A02-B9D4-9A27F291936D}" destId="{C3FCD38C-D817-46DE-B914-A44CD704B538}" srcOrd="0" destOrd="0" presId="urn:microsoft.com/office/officeart/2005/8/layout/bProcess4"/>
    <dgm:cxn modelId="{06245462-E57B-4B8F-AB4A-139395D147B3}" type="presOf" srcId="{778396B2-993B-4FDB-8057-504FFBCDE588}" destId="{49C1E222-1065-45B0-A534-C3685975C85C}" srcOrd="0" destOrd="0" presId="urn:microsoft.com/office/officeart/2005/8/layout/bProcess4"/>
    <dgm:cxn modelId="{87F30144-2A7F-49E3-916B-D1D725C1E93C}" type="presOf" srcId="{AC9DE0E6-0814-4AA3-80D3-A268A7CDCECA}" destId="{7A52FA49-9B6F-4BCB-90A6-2D5C4676235F}" srcOrd="0" destOrd="0" presId="urn:microsoft.com/office/officeart/2005/8/layout/bProcess4"/>
    <dgm:cxn modelId="{B259EB48-CAC9-41FA-BE5F-DDBC89360A31}" srcId="{E066C179-2E26-4F54-A812-E38BF24CB4FF}" destId="{6A717CEB-9833-402D-98E4-7FAA706F2488}" srcOrd="1" destOrd="0" parTransId="{80F98206-65CA-4F4D-89A7-CF80D0E37BBC}" sibTransId="{8D99C413-F425-4102-8674-D7C314997CCF}"/>
    <dgm:cxn modelId="{AE42556F-C369-49E1-93AC-689F56D83707}" type="presOf" srcId="{7DFEF28B-BAC9-469A-A5E5-58A406601BDA}" destId="{31FB4F2E-C41A-4F1C-B5B0-6B867374A2B2}" srcOrd="0" destOrd="0" presId="urn:microsoft.com/office/officeart/2005/8/layout/bProcess4"/>
    <dgm:cxn modelId="{7D757E80-0567-407E-8DD8-8CB40F699E77}" type="presOf" srcId="{6A717CEB-9833-402D-98E4-7FAA706F2488}" destId="{998C7338-71A2-4FC6-8716-F7F0401B0B9D}" srcOrd="0" destOrd="0" presId="urn:microsoft.com/office/officeart/2005/8/layout/bProcess4"/>
    <dgm:cxn modelId="{47193184-269D-4D84-A1D5-B1B95E237108}" type="presOf" srcId="{2F4600AE-453E-4E43-B285-56DA46BB0530}" destId="{67DC1ADC-8A14-4B25-9010-F2485F5CD314}" srcOrd="0" destOrd="0" presId="urn:microsoft.com/office/officeart/2005/8/layout/bProcess4"/>
    <dgm:cxn modelId="{5430ED8C-F2B4-419F-A57F-BBB416F11F7C}" type="presOf" srcId="{42E77A7A-71D2-437E-9055-C8F9763AFD7E}" destId="{413F1C91-A915-4C4B-9180-A726BF0EF5FF}" srcOrd="0" destOrd="0" presId="urn:microsoft.com/office/officeart/2005/8/layout/bProcess4"/>
    <dgm:cxn modelId="{BB83378F-8FE2-4077-BB8F-2E4F63CCFB5F}" srcId="{E066C179-2E26-4F54-A812-E38BF24CB4FF}" destId="{F9CFD086-E6F2-4C8C-B8C4-3AF2D42B9C2B}" srcOrd="7" destOrd="0" parTransId="{5BC3D292-50CD-4487-B230-F48B262631CD}" sibTransId="{42E77A7A-71D2-437E-9055-C8F9763AFD7E}"/>
    <dgm:cxn modelId="{80460B93-737C-4704-B56C-1034DDF196ED}" srcId="{E066C179-2E26-4F54-A812-E38BF24CB4FF}" destId="{D2896369-0AD2-42E9-BBFA-EE1AEF2581C3}" srcOrd="3" destOrd="0" parTransId="{1D488D8E-9A0B-435C-AD61-022863B72A4E}" sibTransId="{2F4600AE-453E-4E43-B285-56DA46BB0530}"/>
    <dgm:cxn modelId="{64A29E98-4C9A-45BE-8610-25F0437FC278}" type="presOf" srcId="{7FBAF34D-A1FF-4018-8D3A-27FBF2C5404E}" destId="{70C8053C-B866-489E-9CFA-AAEEC84327ED}" srcOrd="0" destOrd="0" presId="urn:microsoft.com/office/officeart/2005/8/layout/bProcess4"/>
    <dgm:cxn modelId="{0A1518A2-9EEC-4526-B930-C9E6F763DB3A}" type="presOf" srcId="{9B4C09EF-1B83-4B3A-AA50-57C60597D476}" destId="{A227F645-9951-443C-B14D-707A0CFCBA55}" srcOrd="0" destOrd="0" presId="urn:microsoft.com/office/officeart/2005/8/layout/bProcess4"/>
    <dgm:cxn modelId="{3966A1BC-4458-4701-AE93-80A2381489E5}" type="presOf" srcId="{2D47237F-E8A7-450B-8088-0BAD94DDD82B}" destId="{5F0998CE-44E1-4DDD-AB00-821ECBA44753}" srcOrd="0" destOrd="0" presId="urn:microsoft.com/office/officeart/2005/8/layout/bProcess4"/>
    <dgm:cxn modelId="{A08AABBD-AEF2-434C-BDFB-850DAD9CC9C1}" srcId="{E066C179-2E26-4F54-A812-E38BF24CB4FF}" destId="{7FBAF34D-A1FF-4018-8D3A-27FBF2C5404E}" srcOrd="0" destOrd="0" parTransId="{2FC1DCCE-3F75-4F05-B5A1-69EE415883FF}" sibTransId="{AC9DE0E6-0814-4AA3-80D3-A268A7CDCECA}"/>
    <dgm:cxn modelId="{B0DC23C7-764D-4FF2-8A6F-839FFA7D59D4}" type="presOf" srcId="{8D99C413-F425-4102-8674-D7C314997CCF}" destId="{2C33FE06-5802-463E-880F-6D46703E125A}" srcOrd="0" destOrd="0" presId="urn:microsoft.com/office/officeart/2005/8/layout/bProcess4"/>
    <dgm:cxn modelId="{0A2ABBC7-3062-4BF1-9634-EF8692CEE51D}" type="presOf" srcId="{5D0EC66D-C7B0-4A28-86F2-54D142964BAD}" destId="{FB1D1780-94BA-43C9-ADB0-5B8BCC63E209}" srcOrd="0" destOrd="0" presId="urn:microsoft.com/office/officeart/2005/8/layout/bProcess4"/>
    <dgm:cxn modelId="{4650F8DC-C4BD-4379-A53A-DC899879EFB6}" type="presOf" srcId="{0510E2E7-6E56-4143-BAA7-AEF16B4C5173}" destId="{DE61C50A-AEC1-4FE0-89D0-2AA832328C99}" srcOrd="0" destOrd="0" presId="urn:microsoft.com/office/officeart/2005/8/layout/bProcess4"/>
    <dgm:cxn modelId="{F5D9A3E9-F783-4AD1-8BBA-DCFD3BF90C6A}" srcId="{E066C179-2E26-4F54-A812-E38BF24CB4FF}" destId="{89DAF22F-353E-4A02-B9D4-9A27F291936D}" srcOrd="5" destOrd="0" parTransId="{46AA69AB-007B-4A5B-AD4A-A39F6A769E59}" sibTransId="{0B86CE86-7F0B-4706-9E28-FB8D359460A6}"/>
    <dgm:cxn modelId="{11EC7DF6-7E85-4439-81BA-108C50F8E43A}" type="presOf" srcId="{713DB344-4F8D-4EA6-8D3D-3A0C881E24FF}" destId="{6FB8BA61-DE72-40D7-BED7-27F8F58D99B4}" srcOrd="0" destOrd="0" presId="urn:microsoft.com/office/officeart/2005/8/layout/bProcess4"/>
    <dgm:cxn modelId="{3B4CE2FA-5683-4C78-93B9-F2FD81770250}" srcId="{E066C179-2E26-4F54-A812-E38BF24CB4FF}" destId="{7DFEF28B-BAC9-469A-A5E5-58A406601BDA}" srcOrd="6" destOrd="0" parTransId="{82A6C8C0-5468-48FA-8C36-73A770DC21B4}" sibTransId="{5D0EC66D-C7B0-4A28-86F2-54D142964BAD}"/>
    <dgm:cxn modelId="{60F5971D-4743-4447-A6BC-2D994E5E2A4E}" type="presParOf" srcId="{E06F014B-37BA-4E14-981B-3F6D5D64DCD1}" destId="{23F0B44A-DE72-4E1C-B90D-0B3E72CA4EFA}" srcOrd="0" destOrd="0" presId="urn:microsoft.com/office/officeart/2005/8/layout/bProcess4"/>
    <dgm:cxn modelId="{AEDF2AF4-371F-4D12-A43F-A77A2095780A}" type="presParOf" srcId="{23F0B44A-DE72-4E1C-B90D-0B3E72CA4EFA}" destId="{D615CE88-2F27-4065-A805-B99E028AA72F}" srcOrd="0" destOrd="0" presId="urn:microsoft.com/office/officeart/2005/8/layout/bProcess4"/>
    <dgm:cxn modelId="{705941E4-87A8-4236-BB56-99C0C0D63394}" type="presParOf" srcId="{23F0B44A-DE72-4E1C-B90D-0B3E72CA4EFA}" destId="{70C8053C-B866-489E-9CFA-AAEEC84327ED}" srcOrd="1" destOrd="0" presId="urn:microsoft.com/office/officeart/2005/8/layout/bProcess4"/>
    <dgm:cxn modelId="{94581FCF-C7FF-4C43-9FC0-2B72B29221D1}" type="presParOf" srcId="{E06F014B-37BA-4E14-981B-3F6D5D64DCD1}" destId="{7A52FA49-9B6F-4BCB-90A6-2D5C4676235F}" srcOrd="1" destOrd="0" presId="urn:microsoft.com/office/officeart/2005/8/layout/bProcess4"/>
    <dgm:cxn modelId="{C2752F39-5ECE-429A-A17A-582B2E5A582A}" type="presParOf" srcId="{E06F014B-37BA-4E14-981B-3F6D5D64DCD1}" destId="{82D250ED-7B57-4760-B954-A9EB128E445F}" srcOrd="2" destOrd="0" presId="urn:microsoft.com/office/officeart/2005/8/layout/bProcess4"/>
    <dgm:cxn modelId="{EB8485EA-B5D2-489A-919A-C7AC33A397F8}" type="presParOf" srcId="{82D250ED-7B57-4760-B954-A9EB128E445F}" destId="{2274E8A0-7980-4550-836D-FA39A14E6637}" srcOrd="0" destOrd="0" presId="urn:microsoft.com/office/officeart/2005/8/layout/bProcess4"/>
    <dgm:cxn modelId="{C81A8148-2A3B-47AB-AA9F-60D533341510}" type="presParOf" srcId="{82D250ED-7B57-4760-B954-A9EB128E445F}" destId="{998C7338-71A2-4FC6-8716-F7F0401B0B9D}" srcOrd="1" destOrd="0" presId="urn:microsoft.com/office/officeart/2005/8/layout/bProcess4"/>
    <dgm:cxn modelId="{07079B6D-C0B8-4DB2-BE4B-A19AA3ADDB64}" type="presParOf" srcId="{E06F014B-37BA-4E14-981B-3F6D5D64DCD1}" destId="{2C33FE06-5802-463E-880F-6D46703E125A}" srcOrd="3" destOrd="0" presId="urn:microsoft.com/office/officeart/2005/8/layout/bProcess4"/>
    <dgm:cxn modelId="{525CACC2-B7AE-4E40-B13F-A1BB058347DF}" type="presParOf" srcId="{E06F014B-37BA-4E14-981B-3F6D5D64DCD1}" destId="{59C76EBA-4A98-41A7-BD48-EA7E09ED6D6F}" srcOrd="4" destOrd="0" presId="urn:microsoft.com/office/officeart/2005/8/layout/bProcess4"/>
    <dgm:cxn modelId="{73B2FE07-9A65-49E8-8BC9-5F693C8645D2}" type="presParOf" srcId="{59C76EBA-4A98-41A7-BD48-EA7E09ED6D6F}" destId="{2B8C9D73-66F9-4C64-A9B8-E564C4F6FC09}" srcOrd="0" destOrd="0" presId="urn:microsoft.com/office/officeart/2005/8/layout/bProcess4"/>
    <dgm:cxn modelId="{D780D032-6BF5-41A0-8D65-84BE2CF01A6B}" type="presParOf" srcId="{59C76EBA-4A98-41A7-BD48-EA7E09ED6D6F}" destId="{DE61C50A-AEC1-4FE0-89D0-2AA832328C99}" srcOrd="1" destOrd="0" presId="urn:microsoft.com/office/officeart/2005/8/layout/bProcess4"/>
    <dgm:cxn modelId="{E085638D-B91D-42B2-8684-DBB5D5B41F4B}" type="presParOf" srcId="{E06F014B-37BA-4E14-981B-3F6D5D64DCD1}" destId="{A227F645-9951-443C-B14D-707A0CFCBA55}" srcOrd="5" destOrd="0" presId="urn:microsoft.com/office/officeart/2005/8/layout/bProcess4"/>
    <dgm:cxn modelId="{2951D58D-70EE-4D53-A767-DEA5A89596E3}" type="presParOf" srcId="{E06F014B-37BA-4E14-981B-3F6D5D64DCD1}" destId="{A38E02EA-D94E-4BFB-925D-7D50DCBD8CB0}" srcOrd="6" destOrd="0" presId="urn:microsoft.com/office/officeart/2005/8/layout/bProcess4"/>
    <dgm:cxn modelId="{5BB769E2-E094-4847-B2CF-FDD046FCC1C2}" type="presParOf" srcId="{A38E02EA-D94E-4BFB-925D-7D50DCBD8CB0}" destId="{716B4884-ABE5-4D3C-8104-DB119D49094A}" srcOrd="0" destOrd="0" presId="urn:microsoft.com/office/officeart/2005/8/layout/bProcess4"/>
    <dgm:cxn modelId="{E43F5965-6F7C-4256-95F9-63658FAA2BA2}" type="presParOf" srcId="{A38E02EA-D94E-4BFB-925D-7D50DCBD8CB0}" destId="{5B7E2B88-B36F-490F-96D6-DF08E59A6750}" srcOrd="1" destOrd="0" presId="urn:microsoft.com/office/officeart/2005/8/layout/bProcess4"/>
    <dgm:cxn modelId="{A56EB148-B25B-415F-AEC3-2EC1D47D18D6}" type="presParOf" srcId="{E06F014B-37BA-4E14-981B-3F6D5D64DCD1}" destId="{67DC1ADC-8A14-4B25-9010-F2485F5CD314}" srcOrd="7" destOrd="0" presId="urn:microsoft.com/office/officeart/2005/8/layout/bProcess4"/>
    <dgm:cxn modelId="{B756A31A-1784-4132-AD5E-2D626B027CBD}" type="presParOf" srcId="{E06F014B-37BA-4E14-981B-3F6D5D64DCD1}" destId="{7613736E-DF3E-4648-BB55-AD5A16DD618F}" srcOrd="8" destOrd="0" presId="urn:microsoft.com/office/officeart/2005/8/layout/bProcess4"/>
    <dgm:cxn modelId="{7035F332-D116-41B0-A783-0DFA3A9B7A43}" type="presParOf" srcId="{7613736E-DF3E-4648-BB55-AD5A16DD618F}" destId="{954349E3-BE2D-4B0E-9221-A633F77B43C2}" srcOrd="0" destOrd="0" presId="urn:microsoft.com/office/officeart/2005/8/layout/bProcess4"/>
    <dgm:cxn modelId="{AFDEE9D1-4E7C-4890-950A-E3DDBFA385FA}" type="presParOf" srcId="{7613736E-DF3E-4648-BB55-AD5A16DD618F}" destId="{6FB8BA61-DE72-40D7-BED7-27F8F58D99B4}" srcOrd="1" destOrd="0" presId="urn:microsoft.com/office/officeart/2005/8/layout/bProcess4"/>
    <dgm:cxn modelId="{895D6852-B4A6-490E-B5F6-EFF78B4E7B9B}" type="presParOf" srcId="{E06F014B-37BA-4E14-981B-3F6D5D64DCD1}" destId="{49C1E222-1065-45B0-A534-C3685975C85C}" srcOrd="9" destOrd="0" presId="urn:microsoft.com/office/officeart/2005/8/layout/bProcess4"/>
    <dgm:cxn modelId="{A7256068-AC04-4E9E-8ED0-DCD23BAB90AC}" type="presParOf" srcId="{E06F014B-37BA-4E14-981B-3F6D5D64DCD1}" destId="{C3F1D837-B253-4FA9-B5D2-9ACD413E02C5}" srcOrd="10" destOrd="0" presId="urn:microsoft.com/office/officeart/2005/8/layout/bProcess4"/>
    <dgm:cxn modelId="{F241464C-8D6A-4936-92D2-22D508D623AF}" type="presParOf" srcId="{C3F1D837-B253-4FA9-B5D2-9ACD413E02C5}" destId="{7D6526C8-F60A-4172-998A-6F5E623CF739}" srcOrd="0" destOrd="0" presId="urn:microsoft.com/office/officeart/2005/8/layout/bProcess4"/>
    <dgm:cxn modelId="{3A6057A1-46FD-4ACA-846B-071E0F2DC544}" type="presParOf" srcId="{C3F1D837-B253-4FA9-B5D2-9ACD413E02C5}" destId="{C3FCD38C-D817-46DE-B914-A44CD704B538}" srcOrd="1" destOrd="0" presId="urn:microsoft.com/office/officeart/2005/8/layout/bProcess4"/>
    <dgm:cxn modelId="{A7FCD2D0-0102-408D-B2CE-CCBA4968BCE1}" type="presParOf" srcId="{E06F014B-37BA-4E14-981B-3F6D5D64DCD1}" destId="{A2E8F597-AFB7-4C69-8831-6D9E8D2DC292}" srcOrd="11" destOrd="0" presId="urn:microsoft.com/office/officeart/2005/8/layout/bProcess4"/>
    <dgm:cxn modelId="{F2298DE7-3F8E-466F-A792-5D56EC110DA8}" type="presParOf" srcId="{E06F014B-37BA-4E14-981B-3F6D5D64DCD1}" destId="{9D55D9B8-B800-4904-BAE0-790723C508F1}" srcOrd="12" destOrd="0" presId="urn:microsoft.com/office/officeart/2005/8/layout/bProcess4"/>
    <dgm:cxn modelId="{D91EF95E-1510-4642-A2F5-2CADEFE0BCC9}" type="presParOf" srcId="{9D55D9B8-B800-4904-BAE0-790723C508F1}" destId="{B45F4313-CB86-4752-BB22-DE6867BF84D3}" srcOrd="0" destOrd="0" presId="urn:microsoft.com/office/officeart/2005/8/layout/bProcess4"/>
    <dgm:cxn modelId="{FEAAE5D0-6B67-46A6-A3F6-BBF9FE76FD9B}" type="presParOf" srcId="{9D55D9B8-B800-4904-BAE0-790723C508F1}" destId="{31FB4F2E-C41A-4F1C-B5B0-6B867374A2B2}" srcOrd="1" destOrd="0" presId="urn:microsoft.com/office/officeart/2005/8/layout/bProcess4"/>
    <dgm:cxn modelId="{3DEA70CD-9DD6-4D27-AE3D-82834475450C}" type="presParOf" srcId="{E06F014B-37BA-4E14-981B-3F6D5D64DCD1}" destId="{FB1D1780-94BA-43C9-ADB0-5B8BCC63E209}" srcOrd="13" destOrd="0" presId="urn:microsoft.com/office/officeart/2005/8/layout/bProcess4"/>
    <dgm:cxn modelId="{08C78CBA-3C80-437B-B053-E961F974A901}" type="presParOf" srcId="{E06F014B-37BA-4E14-981B-3F6D5D64DCD1}" destId="{6DC962E4-F783-421D-A78D-4FA0677F7392}" srcOrd="14" destOrd="0" presId="urn:microsoft.com/office/officeart/2005/8/layout/bProcess4"/>
    <dgm:cxn modelId="{F33A2EB1-A385-412C-8431-765D50D1E5DE}" type="presParOf" srcId="{6DC962E4-F783-421D-A78D-4FA0677F7392}" destId="{876275C9-08C0-42B0-9FC8-1B42060FD082}" srcOrd="0" destOrd="0" presId="urn:microsoft.com/office/officeart/2005/8/layout/bProcess4"/>
    <dgm:cxn modelId="{9F0A4712-6F44-4609-8FA9-62D6F968D0A8}" type="presParOf" srcId="{6DC962E4-F783-421D-A78D-4FA0677F7392}" destId="{D961C1C5-85D2-49BC-94CA-34F78A2FB4DD}" srcOrd="1" destOrd="0" presId="urn:microsoft.com/office/officeart/2005/8/layout/bProcess4"/>
    <dgm:cxn modelId="{C74234A2-0043-4818-B49F-B31B6CF5E877}" type="presParOf" srcId="{E06F014B-37BA-4E14-981B-3F6D5D64DCD1}" destId="{413F1C91-A915-4C4B-9180-A726BF0EF5FF}" srcOrd="15" destOrd="0" presId="urn:microsoft.com/office/officeart/2005/8/layout/bProcess4"/>
    <dgm:cxn modelId="{03220ACC-4272-4092-8719-C1ADB0592216}" type="presParOf" srcId="{E06F014B-37BA-4E14-981B-3F6D5D64DCD1}" destId="{1DF4BC88-A57B-4AE6-BB71-DC87094B4D4D}" srcOrd="16" destOrd="0" presId="urn:microsoft.com/office/officeart/2005/8/layout/bProcess4"/>
    <dgm:cxn modelId="{816E877C-54E7-4529-A00D-52DD18490C28}" type="presParOf" srcId="{1DF4BC88-A57B-4AE6-BB71-DC87094B4D4D}" destId="{855FED0A-FAFC-4528-81E8-D5EDF8F06E32}" srcOrd="0" destOrd="0" presId="urn:microsoft.com/office/officeart/2005/8/layout/bProcess4"/>
    <dgm:cxn modelId="{5EDD169E-0B52-4FA4-A5D3-0EBFCFD893EC}" type="presParOf" srcId="{1DF4BC88-A57B-4AE6-BB71-DC87094B4D4D}" destId="{5F0998CE-44E1-4DDD-AB00-821ECBA44753}" srcOrd="1"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66C179-2E26-4F54-A812-E38BF24CB4FF}" type="doc">
      <dgm:prSet loTypeId="urn:microsoft.com/office/officeart/2005/8/layout/bProcess4" loCatId="process" qsTypeId="urn:microsoft.com/office/officeart/2005/8/quickstyle/simple1" qsCatId="simple" csTypeId="urn:microsoft.com/office/officeart/2005/8/colors/colorful1" csCatId="colorful" phldr="1"/>
      <dgm:spPr>
        <a:scene3d>
          <a:camera prst="orthographicFront">
            <a:rot lat="0" lon="0" rev="0"/>
          </a:camera>
          <a:lightRig rig="glow" dir="t">
            <a:rot lat="0" lon="0" rev="4800000"/>
          </a:lightRig>
        </a:scene3d>
      </dgm:spPr>
      <dgm:t>
        <a:bodyPr/>
        <a:lstStyle/>
        <a:p>
          <a:endParaRPr lang="en-IN"/>
        </a:p>
      </dgm:t>
    </dgm:pt>
    <dgm:pt modelId="{7FBAF34D-A1FF-4018-8D3A-27FBF2C5404E}">
      <dgm:prSet phldrT="[Text]"/>
      <dgm:spPr>
        <a:solidFill>
          <a:schemeClr val="bg2">
            <a:lumMod val="2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If the word is not found, display an appropriate error message.</a:t>
          </a:r>
        </a:p>
      </dgm:t>
    </dgm:pt>
    <dgm:pt modelId="{2FC1DCCE-3F75-4F05-B5A1-69EE415883FF}" type="parTrans" cxnId="{A08AABBD-AEF2-434C-BDFB-850DAD9CC9C1}">
      <dgm:prSet/>
      <dgm:spPr/>
      <dgm:t>
        <a:bodyPr/>
        <a:lstStyle/>
        <a:p>
          <a:endParaRPr lang="en-IN"/>
        </a:p>
      </dgm:t>
    </dgm:pt>
    <dgm:pt modelId="{AC9DE0E6-0814-4AA3-80D3-A268A7CDCECA}" type="sibTrans" cxnId="{A08AABBD-AEF2-434C-BDFB-850DAD9CC9C1}">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IN"/>
        </a:p>
      </dgm:t>
    </dgm:pt>
    <dgm:pt modelId="{6A717CEB-9833-402D-98E4-7FAA706F2488}">
      <dgm:prSet phldrT="[Text]"/>
      <dgm:spPr>
        <a:solidFill>
          <a:srgbClr val="00206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Provide possible spelling suggestions for an incorrectly entered word.</a:t>
          </a:r>
        </a:p>
      </dgm:t>
    </dgm:pt>
    <dgm:pt modelId="{80F98206-65CA-4F4D-89A7-CF80D0E37BBC}" type="parTrans" cxnId="{B259EB48-CAC9-41FA-BE5F-DDBC89360A31}">
      <dgm:prSet/>
      <dgm:spPr/>
      <dgm:t>
        <a:bodyPr/>
        <a:lstStyle/>
        <a:p>
          <a:endParaRPr lang="en-IN"/>
        </a:p>
      </dgm:t>
    </dgm:pt>
    <dgm:pt modelId="{8D99C413-F425-4102-8674-D7C314997CCF}" type="sibTrans" cxnId="{B259EB48-CAC9-41FA-BE5F-DDBC89360A31}">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IN"/>
        </a:p>
      </dgm:t>
    </dgm:pt>
    <dgm:pt modelId="{0510E2E7-6E56-4143-BAA7-AEF16B4C5173}">
      <dgm:prSet phldrT="[Text]"/>
      <dgm:spPr>
        <a:solidFill>
          <a:schemeClr val="accent6">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Store the searched word in the search history using file handling.</a:t>
          </a:r>
        </a:p>
      </dgm:t>
    </dgm:pt>
    <dgm:pt modelId="{57B48920-FC2B-453E-8AB2-6A37CA1E51D3}" type="parTrans" cxnId="{6B564412-3C7C-44F2-B6A4-FAC59653451D}">
      <dgm:prSet/>
      <dgm:spPr/>
      <dgm:t>
        <a:bodyPr/>
        <a:lstStyle/>
        <a:p>
          <a:endParaRPr lang="en-IN"/>
        </a:p>
      </dgm:t>
    </dgm:pt>
    <dgm:pt modelId="{9B4C09EF-1B83-4B3A-AA50-57C60597D476}" type="sibTrans" cxnId="{6B564412-3C7C-44F2-B6A4-FAC59653451D}">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IN"/>
        </a:p>
      </dgm:t>
    </dgm:pt>
    <dgm:pt modelId="{D2896369-0AD2-42E9-BBFA-EE1AEF2581C3}">
      <dgm:prSet phldrT="[Text]"/>
      <dgm:spPr>
        <a:solidFill>
          <a:schemeClr val="bg1">
            <a:lumMod val="5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If the user selects no, terminate the application.</a:t>
          </a:r>
        </a:p>
      </dgm:t>
    </dgm:pt>
    <dgm:pt modelId="{1D488D8E-9A0B-435C-AD61-022863B72A4E}" type="parTrans" cxnId="{80460B93-737C-4704-B56C-1034DDF196ED}">
      <dgm:prSet/>
      <dgm:spPr/>
      <dgm:t>
        <a:bodyPr/>
        <a:lstStyle/>
        <a:p>
          <a:endParaRPr lang="en-IN"/>
        </a:p>
      </dgm:t>
    </dgm:pt>
    <dgm:pt modelId="{2F4600AE-453E-4E43-B285-56DA46BB0530}" type="sibTrans" cxnId="{80460B93-737C-4704-B56C-1034DDF196ED}">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IN"/>
        </a:p>
      </dgm:t>
    </dgm:pt>
    <dgm:pt modelId="{713DB344-4F8D-4EA6-8D3D-3A0C881E24FF}">
      <dgm:prSet phldrT="[Text]"/>
      <dgm:spPr>
        <a:solidFill>
          <a:schemeClr val="accent4">
            <a:lumMod val="60000"/>
            <a:lumOff val="4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If the user selects yes, repeat the search process.</a:t>
          </a:r>
        </a:p>
      </dgm:t>
    </dgm:pt>
    <dgm:pt modelId="{DAF3EC3E-E298-49F3-AA8D-D4E3E9ADB1DE}" type="parTrans" cxnId="{67D80300-4179-4812-9B67-9077BC442149}">
      <dgm:prSet/>
      <dgm:spPr/>
      <dgm:t>
        <a:bodyPr/>
        <a:lstStyle/>
        <a:p>
          <a:endParaRPr lang="en-IN"/>
        </a:p>
      </dgm:t>
    </dgm:pt>
    <dgm:pt modelId="{778396B2-993B-4FDB-8057-504FFBCDE588}" type="sibTrans" cxnId="{67D80300-4179-4812-9B67-9077BC442149}">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IN"/>
        </a:p>
      </dgm:t>
    </dgm:pt>
    <dgm:pt modelId="{89DAF22F-353E-4A02-B9D4-9A27F291936D}">
      <dgm:prSet phldrT="[Text]"/>
      <dgm:spPr>
        <a:solidFill>
          <a:schemeClr val="tx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Ask the user whether they want to search for another word.</a:t>
          </a:r>
        </a:p>
      </dgm:t>
    </dgm:pt>
    <dgm:pt modelId="{46AA69AB-007B-4A5B-AD4A-A39F6A769E59}" type="parTrans" cxnId="{F5D9A3E9-F783-4AD1-8BBA-DCFD3BF90C6A}">
      <dgm:prSet/>
      <dgm:spPr/>
      <dgm:t>
        <a:bodyPr/>
        <a:lstStyle/>
        <a:p>
          <a:endParaRPr lang="en-IN"/>
        </a:p>
      </dgm:t>
    </dgm:pt>
    <dgm:pt modelId="{0B86CE86-7F0B-4706-9E28-FB8D359460A6}" type="sibTrans" cxnId="{F5D9A3E9-F783-4AD1-8BBA-DCFD3BF90C6A}">
      <dgm:prSet/>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endParaRPr lang="en-IN"/>
        </a:p>
      </dgm:t>
    </dgm:pt>
    <dgm:pt modelId="{7DFEF28B-BAC9-469A-A5E5-58A406601BDA}">
      <dgm:prSet phldrT="[Text]"/>
      <dgm:spPr>
        <a:solidFill>
          <a:srgbClr val="FF0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t>
        <a:bodyPr/>
        <a:lstStyle/>
        <a:p>
          <a:pPr>
            <a:buNone/>
          </a:pPr>
          <a:r>
            <a:rPr lang="en-IN" dirty="0"/>
            <a:t>End the program.</a:t>
          </a:r>
        </a:p>
      </dgm:t>
    </dgm:pt>
    <dgm:pt modelId="{82A6C8C0-5468-48FA-8C36-73A770DC21B4}" type="parTrans" cxnId="{3B4CE2FA-5683-4C78-93B9-F2FD81770250}">
      <dgm:prSet/>
      <dgm:spPr/>
      <dgm:t>
        <a:bodyPr/>
        <a:lstStyle/>
        <a:p>
          <a:endParaRPr lang="en-IN"/>
        </a:p>
      </dgm:t>
    </dgm:pt>
    <dgm:pt modelId="{5D0EC66D-C7B0-4A28-86F2-54D142964BAD}" type="sibTrans" cxnId="{3B4CE2FA-5683-4C78-93B9-F2FD81770250}">
      <dgm:prSet/>
      <dgm:spPr/>
      <dgm:t>
        <a:bodyPr/>
        <a:lstStyle/>
        <a:p>
          <a:endParaRPr lang="en-IN"/>
        </a:p>
      </dgm:t>
    </dgm:pt>
    <dgm:pt modelId="{E06F014B-37BA-4E14-981B-3F6D5D64DCD1}" type="pres">
      <dgm:prSet presAssocID="{E066C179-2E26-4F54-A812-E38BF24CB4FF}" presName="Name0" presStyleCnt="0">
        <dgm:presLayoutVars>
          <dgm:dir/>
          <dgm:resizeHandles/>
        </dgm:presLayoutVars>
      </dgm:prSet>
      <dgm:spPr/>
    </dgm:pt>
    <dgm:pt modelId="{23F0B44A-DE72-4E1C-B90D-0B3E72CA4EFA}" type="pres">
      <dgm:prSet presAssocID="{7FBAF34D-A1FF-4018-8D3A-27FBF2C5404E}"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D615CE88-2F27-4065-A805-B99E028AA72F}" type="pres">
      <dgm:prSet presAssocID="{7FBAF34D-A1FF-4018-8D3A-27FBF2C5404E}"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70C8053C-B866-489E-9CFA-AAEEC84327ED}" type="pres">
      <dgm:prSet presAssocID="{7FBAF34D-A1FF-4018-8D3A-27FBF2C5404E}" presName="node" presStyleLbl="node1" presStyleIdx="0" presStyleCnt="7">
        <dgm:presLayoutVars>
          <dgm:bulletEnabled val="1"/>
        </dgm:presLayoutVars>
      </dgm:prSet>
      <dgm:spPr/>
    </dgm:pt>
    <dgm:pt modelId="{7A52FA49-9B6F-4BCB-90A6-2D5C4676235F}" type="pres">
      <dgm:prSet presAssocID="{AC9DE0E6-0814-4AA3-80D3-A268A7CDCECA}" presName="sibTrans" presStyleLbl="bgSibTrans2D1" presStyleIdx="0" presStyleCnt="6"/>
      <dgm:spPr/>
    </dgm:pt>
    <dgm:pt modelId="{82D250ED-7B57-4760-B954-A9EB128E445F}" type="pres">
      <dgm:prSet presAssocID="{6A717CEB-9833-402D-98E4-7FAA706F2488}"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2274E8A0-7980-4550-836D-FA39A14E6637}" type="pres">
      <dgm:prSet presAssocID="{6A717CEB-9833-402D-98E4-7FAA706F2488}"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998C7338-71A2-4FC6-8716-F7F0401B0B9D}" type="pres">
      <dgm:prSet presAssocID="{6A717CEB-9833-402D-98E4-7FAA706F2488}" presName="node" presStyleLbl="node1" presStyleIdx="1" presStyleCnt="7">
        <dgm:presLayoutVars>
          <dgm:bulletEnabled val="1"/>
        </dgm:presLayoutVars>
      </dgm:prSet>
      <dgm:spPr/>
    </dgm:pt>
    <dgm:pt modelId="{2C33FE06-5802-463E-880F-6D46703E125A}" type="pres">
      <dgm:prSet presAssocID="{8D99C413-F425-4102-8674-D7C314997CCF}" presName="sibTrans" presStyleLbl="bgSibTrans2D1" presStyleIdx="1" presStyleCnt="6"/>
      <dgm:spPr/>
    </dgm:pt>
    <dgm:pt modelId="{59C76EBA-4A98-41A7-BD48-EA7E09ED6D6F}" type="pres">
      <dgm:prSet presAssocID="{0510E2E7-6E56-4143-BAA7-AEF16B4C5173}"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2B8C9D73-66F9-4C64-A9B8-E564C4F6FC09}" type="pres">
      <dgm:prSet presAssocID="{0510E2E7-6E56-4143-BAA7-AEF16B4C5173}"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DE61C50A-AEC1-4FE0-89D0-2AA832328C99}" type="pres">
      <dgm:prSet presAssocID="{0510E2E7-6E56-4143-BAA7-AEF16B4C5173}" presName="node" presStyleLbl="node1" presStyleIdx="2" presStyleCnt="7">
        <dgm:presLayoutVars>
          <dgm:bulletEnabled val="1"/>
        </dgm:presLayoutVars>
      </dgm:prSet>
      <dgm:spPr/>
    </dgm:pt>
    <dgm:pt modelId="{A227F645-9951-443C-B14D-707A0CFCBA55}" type="pres">
      <dgm:prSet presAssocID="{9B4C09EF-1B83-4B3A-AA50-57C60597D476}" presName="sibTrans" presStyleLbl="bgSibTrans2D1" presStyleIdx="2" presStyleCnt="6"/>
      <dgm:spPr/>
    </dgm:pt>
    <dgm:pt modelId="{A38E02EA-D94E-4BFB-925D-7D50DCBD8CB0}" type="pres">
      <dgm:prSet presAssocID="{D2896369-0AD2-42E9-BBFA-EE1AEF2581C3}"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716B4884-ABE5-4D3C-8104-DB119D49094A}" type="pres">
      <dgm:prSet presAssocID="{D2896369-0AD2-42E9-BBFA-EE1AEF2581C3}"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5B7E2B88-B36F-490F-96D6-DF08E59A6750}" type="pres">
      <dgm:prSet presAssocID="{D2896369-0AD2-42E9-BBFA-EE1AEF2581C3}" presName="node" presStyleLbl="node1" presStyleIdx="3" presStyleCnt="7">
        <dgm:presLayoutVars>
          <dgm:bulletEnabled val="1"/>
        </dgm:presLayoutVars>
      </dgm:prSet>
      <dgm:spPr/>
    </dgm:pt>
    <dgm:pt modelId="{67DC1ADC-8A14-4B25-9010-F2485F5CD314}" type="pres">
      <dgm:prSet presAssocID="{2F4600AE-453E-4E43-B285-56DA46BB0530}" presName="sibTrans" presStyleLbl="bgSibTrans2D1" presStyleIdx="3" presStyleCnt="6"/>
      <dgm:spPr/>
    </dgm:pt>
    <dgm:pt modelId="{7613736E-DF3E-4648-BB55-AD5A16DD618F}" type="pres">
      <dgm:prSet presAssocID="{713DB344-4F8D-4EA6-8D3D-3A0C881E24FF}"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954349E3-BE2D-4B0E-9221-A633F77B43C2}" type="pres">
      <dgm:prSet presAssocID="{713DB344-4F8D-4EA6-8D3D-3A0C881E24FF}"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6FB8BA61-DE72-40D7-BED7-27F8F58D99B4}" type="pres">
      <dgm:prSet presAssocID="{713DB344-4F8D-4EA6-8D3D-3A0C881E24FF}" presName="node" presStyleLbl="node1" presStyleIdx="4" presStyleCnt="7">
        <dgm:presLayoutVars>
          <dgm:bulletEnabled val="1"/>
        </dgm:presLayoutVars>
      </dgm:prSet>
      <dgm:spPr/>
    </dgm:pt>
    <dgm:pt modelId="{49C1E222-1065-45B0-A534-C3685975C85C}" type="pres">
      <dgm:prSet presAssocID="{778396B2-993B-4FDB-8057-504FFBCDE588}" presName="sibTrans" presStyleLbl="bgSibTrans2D1" presStyleIdx="4" presStyleCnt="6"/>
      <dgm:spPr/>
    </dgm:pt>
    <dgm:pt modelId="{C3F1D837-B253-4FA9-B5D2-9ACD413E02C5}" type="pres">
      <dgm:prSet presAssocID="{89DAF22F-353E-4A02-B9D4-9A27F291936D}"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7D6526C8-F60A-4172-998A-6F5E623CF739}" type="pres">
      <dgm:prSet presAssocID="{89DAF22F-353E-4A02-B9D4-9A27F291936D}"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C3FCD38C-D817-46DE-B914-A44CD704B538}" type="pres">
      <dgm:prSet presAssocID="{89DAF22F-353E-4A02-B9D4-9A27F291936D}" presName="node" presStyleLbl="node1" presStyleIdx="5" presStyleCnt="7">
        <dgm:presLayoutVars>
          <dgm:bulletEnabled val="1"/>
        </dgm:presLayoutVars>
      </dgm:prSet>
      <dgm:spPr/>
    </dgm:pt>
    <dgm:pt modelId="{A2E8F597-AFB7-4C69-8831-6D9E8D2DC292}" type="pres">
      <dgm:prSet presAssocID="{0B86CE86-7F0B-4706-9E28-FB8D359460A6}" presName="sibTrans" presStyleLbl="bgSibTrans2D1" presStyleIdx="5" presStyleCnt="6"/>
      <dgm:spPr/>
    </dgm:pt>
    <dgm:pt modelId="{9D55D9B8-B800-4904-BAE0-790723C508F1}" type="pres">
      <dgm:prSet presAssocID="{7DFEF28B-BAC9-469A-A5E5-58A406601BDA}" presName="compNode"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B45F4313-CB86-4752-BB22-DE6867BF84D3}" type="pres">
      <dgm:prSet presAssocID="{7DFEF28B-BAC9-469A-A5E5-58A406601BDA}" presName="dummyConnPt" presStyleCnt="0"/>
      <dgm:spPr>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dgm:spPr>
    </dgm:pt>
    <dgm:pt modelId="{31FB4F2E-C41A-4F1C-B5B0-6B867374A2B2}" type="pres">
      <dgm:prSet presAssocID="{7DFEF28B-BAC9-469A-A5E5-58A406601BDA}" presName="node" presStyleLbl="node1" presStyleIdx="6" presStyleCnt="7">
        <dgm:presLayoutVars>
          <dgm:bulletEnabled val="1"/>
        </dgm:presLayoutVars>
      </dgm:prSet>
      <dgm:spPr/>
    </dgm:pt>
  </dgm:ptLst>
  <dgm:cxnLst>
    <dgm:cxn modelId="{67D80300-4179-4812-9B67-9077BC442149}" srcId="{E066C179-2E26-4F54-A812-E38BF24CB4FF}" destId="{713DB344-4F8D-4EA6-8D3D-3A0C881E24FF}" srcOrd="4" destOrd="0" parTransId="{DAF3EC3E-E298-49F3-AA8D-D4E3E9ADB1DE}" sibTransId="{778396B2-993B-4FDB-8057-504FFBCDE588}"/>
    <dgm:cxn modelId="{6B564412-3C7C-44F2-B6A4-FAC59653451D}" srcId="{E066C179-2E26-4F54-A812-E38BF24CB4FF}" destId="{0510E2E7-6E56-4143-BAA7-AEF16B4C5173}" srcOrd="2" destOrd="0" parTransId="{57B48920-FC2B-453E-8AB2-6A37CA1E51D3}" sibTransId="{9B4C09EF-1B83-4B3A-AA50-57C60597D476}"/>
    <dgm:cxn modelId="{6F5E711E-AE92-4973-B015-F04B5D2101A6}" type="presOf" srcId="{D2896369-0AD2-42E9-BBFA-EE1AEF2581C3}" destId="{5B7E2B88-B36F-490F-96D6-DF08E59A6750}" srcOrd="0" destOrd="0" presId="urn:microsoft.com/office/officeart/2005/8/layout/bProcess4"/>
    <dgm:cxn modelId="{4D9A1428-145B-4BC2-A954-7F5D7E1316BC}" type="presOf" srcId="{0B86CE86-7F0B-4706-9E28-FB8D359460A6}" destId="{A2E8F597-AFB7-4C69-8831-6D9E8D2DC292}" srcOrd="0" destOrd="0" presId="urn:microsoft.com/office/officeart/2005/8/layout/bProcess4"/>
    <dgm:cxn modelId="{7EE19F35-BA2C-4494-A59A-90FD4874FD60}" type="presOf" srcId="{E066C179-2E26-4F54-A812-E38BF24CB4FF}" destId="{E06F014B-37BA-4E14-981B-3F6D5D64DCD1}" srcOrd="0" destOrd="0" presId="urn:microsoft.com/office/officeart/2005/8/layout/bProcess4"/>
    <dgm:cxn modelId="{F7C2D139-D594-48DC-AAFE-55BE3B142548}" type="presOf" srcId="{89DAF22F-353E-4A02-B9D4-9A27F291936D}" destId="{C3FCD38C-D817-46DE-B914-A44CD704B538}" srcOrd="0" destOrd="0" presId="urn:microsoft.com/office/officeart/2005/8/layout/bProcess4"/>
    <dgm:cxn modelId="{06245462-E57B-4B8F-AB4A-139395D147B3}" type="presOf" srcId="{778396B2-993B-4FDB-8057-504FFBCDE588}" destId="{49C1E222-1065-45B0-A534-C3685975C85C}" srcOrd="0" destOrd="0" presId="urn:microsoft.com/office/officeart/2005/8/layout/bProcess4"/>
    <dgm:cxn modelId="{87F30144-2A7F-49E3-916B-D1D725C1E93C}" type="presOf" srcId="{AC9DE0E6-0814-4AA3-80D3-A268A7CDCECA}" destId="{7A52FA49-9B6F-4BCB-90A6-2D5C4676235F}" srcOrd="0" destOrd="0" presId="urn:microsoft.com/office/officeart/2005/8/layout/bProcess4"/>
    <dgm:cxn modelId="{B259EB48-CAC9-41FA-BE5F-DDBC89360A31}" srcId="{E066C179-2E26-4F54-A812-E38BF24CB4FF}" destId="{6A717CEB-9833-402D-98E4-7FAA706F2488}" srcOrd="1" destOrd="0" parTransId="{80F98206-65CA-4F4D-89A7-CF80D0E37BBC}" sibTransId="{8D99C413-F425-4102-8674-D7C314997CCF}"/>
    <dgm:cxn modelId="{AE42556F-C369-49E1-93AC-689F56D83707}" type="presOf" srcId="{7DFEF28B-BAC9-469A-A5E5-58A406601BDA}" destId="{31FB4F2E-C41A-4F1C-B5B0-6B867374A2B2}" srcOrd="0" destOrd="0" presId="urn:microsoft.com/office/officeart/2005/8/layout/bProcess4"/>
    <dgm:cxn modelId="{7D757E80-0567-407E-8DD8-8CB40F699E77}" type="presOf" srcId="{6A717CEB-9833-402D-98E4-7FAA706F2488}" destId="{998C7338-71A2-4FC6-8716-F7F0401B0B9D}" srcOrd="0" destOrd="0" presId="urn:microsoft.com/office/officeart/2005/8/layout/bProcess4"/>
    <dgm:cxn modelId="{47193184-269D-4D84-A1D5-B1B95E237108}" type="presOf" srcId="{2F4600AE-453E-4E43-B285-56DA46BB0530}" destId="{67DC1ADC-8A14-4B25-9010-F2485F5CD314}" srcOrd="0" destOrd="0" presId="urn:microsoft.com/office/officeart/2005/8/layout/bProcess4"/>
    <dgm:cxn modelId="{80460B93-737C-4704-B56C-1034DDF196ED}" srcId="{E066C179-2E26-4F54-A812-E38BF24CB4FF}" destId="{D2896369-0AD2-42E9-BBFA-EE1AEF2581C3}" srcOrd="3" destOrd="0" parTransId="{1D488D8E-9A0B-435C-AD61-022863B72A4E}" sibTransId="{2F4600AE-453E-4E43-B285-56DA46BB0530}"/>
    <dgm:cxn modelId="{64A29E98-4C9A-45BE-8610-25F0437FC278}" type="presOf" srcId="{7FBAF34D-A1FF-4018-8D3A-27FBF2C5404E}" destId="{70C8053C-B866-489E-9CFA-AAEEC84327ED}" srcOrd="0" destOrd="0" presId="urn:microsoft.com/office/officeart/2005/8/layout/bProcess4"/>
    <dgm:cxn modelId="{0A1518A2-9EEC-4526-B930-C9E6F763DB3A}" type="presOf" srcId="{9B4C09EF-1B83-4B3A-AA50-57C60597D476}" destId="{A227F645-9951-443C-B14D-707A0CFCBA55}" srcOrd="0" destOrd="0" presId="urn:microsoft.com/office/officeart/2005/8/layout/bProcess4"/>
    <dgm:cxn modelId="{A08AABBD-AEF2-434C-BDFB-850DAD9CC9C1}" srcId="{E066C179-2E26-4F54-A812-E38BF24CB4FF}" destId="{7FBAF34D-A1FF-4018-8D3A-27FBF2C5404E}" srcOrd="0" destOrd="0" parTransId="{2FC1DCCE-3F75-4F05-B5A1-69EE415883FF}" sibTransId="{AC9DE0E6-0814-4AA3-80D3-A268A7CDCECA}"/>
    <dgm:cxn modelId="{B0DC23C7-764D-4FF2-8A6F-839FFA7D59D4}" type="presOf" srcId="{8D99C413-F425-4102-8674-D7C314997CCF}" destId="{2C33FE06-5802-463E-880F-6D46703E125A}" srcOrd="0" destOrd="0" presId="urn:microsoft.com/office/officeart/2005/8/layout/bProcess4"/>
    <dgm:cxn modelId="{4650F8DC-C4BD-4379-A53A-DC899879EFB6}" type="presOf" srcId="{0510E2E7-6E56-4143-BAA7-AEF16B4C5173}" destId="{DE61C50A-AEC1-4FE0-89D0-2AA832328C99}" srcOrd="0" destOrd="0" presId="urn:microsoft.com/office/officeart/2005/8/layout/bProcess4"/>
    <dgm:cxn modelId="{F5D9A3E9-F783-4AD1-8BBA-DCFD3BF90C6A}" srcId="{E066C179-2E26-4F54-A812-E38BF24CB4FF}" destId="{89DAF22F-353E-4A02-B9D4-9A27F291936D}" srcOrd="5" destOrd="0" parTransId="{46AA69AB-007B-4A5B-AD4A-A39F6A769E59}" sibTransId="{0B86CE86-7F0B-4706-9E28-FB8D359460A6}"/>
    <dgm:cxn modelId="{11EC7DF6-7E85-4439-81BA-108C50F8E43A}" type="presOf" srcId="{713DB344-4F8D-4EA6-8D3D-3A0C881E24FF}" destId="{6FB8BA61-DE72-40D7-BED7-27F8F58D99B4}" srcOrd="0" destOrd="0" presId="urn:microsoft.com/office/officeart/2005/8/layout/bProcess4"/>
    <dgm:cxn modelId="{3B4CE2FA-5683-4C78-93B9-F2FD81770250}" srcId="{E066C179-2E26-4F54-A812-E38BF24CB4FF}" destId="{7DFEF28B-BAC9-469A-A5E5-58A406601BDA}" srcOrd="6" destOrd="0" parTransId="{82A6C8C0-5468-48FA-8C36-73A770DC21B4}" sibTransId="{5D0EC66D-C7B0-4A28-86F2-54D142964BAD}"/>
    <dgm:cxn modelId="{60F5971D-4743-4447-A6BC-2D994E5E2A4E}" type="presParOf" srcId="{E06F014B-37BA-4E14-981B-3F6D5D64DCD1}" destId="{23F0B44A-DE72-4E1C-B90D-0B3E72CA4EFA}" srcOrd="0" destOrd="0" presId="urn:microsoft.com/office/officeart/2005/8/layout/bProcess4"/>
    <dgm:cxn modelId="{AEDF2AF4-371F-4D12-A43F-A77A2095780A}" type="presParOf" srcId="{23F0B44A-DE72-4E1C-B90D-0B3E72CA4EFA}" destId="{D615CE88-2F27-4065-A805-B99E028AA72F}" srcOrd="0" destOrd="0" presId="urn:microsoft.com/office/officeart/2005/8/layout/bProcess4"/>
    <dgm:cxn modelId="{705941E4-87A8-4236-BB56-99C0C0D63394}" type="presParOf" srcId="{23F0B44A-DE72-4E1C-B90D-0B3E72CA4EFA}" destId="{70C8053C-B866-489E-9CFA-AAEEC84327ED}" srcOrd="1" destOrd="0" presId="urn:microsoft.com/office/officeart/2005/8/layout/bProcess4"/>
    <dgm:cxn modelId="{94581FCF-C7FF-4C43-9FC0-2B72B29221D1}" type="presParOf" srcId="{E06F014B-37BA-4E14-981B-3F6D5D64DCD1}" destId="{7A52FA49-9B6F-4BCB-90A6-2D5C4676235F}" srcOrd="1" destOrd="0" presId="urn:microsoft.com/office/officeart/2005/8/layout/bProcess4"/>
    <dgm:cxn modelId="{C2752F39-5ECE-429A-A17A-582B2E5A582A}" type="presParOf" srcId="{E06F014B-37BA-4E14-981B-3F6D5D64DCD1}" destId="{82D250ED-7B57-4760-B954-A9EB128E445F}" srcOrd="2" destOrd="0" presId="urn:microsoft.com/office/officeart/2005/8/layout/bProcess4"/>
    <dgm:cxn modelId="{EB8485EA-B5D2-489A-919A-C7AC33A397F8}" type="presParOf" srcId="{82D250ED-7B57-4760-B954-A9EB128E445F}" destId="{2274E8A0-7980-4550-836D-FA39A14E6637}" srcOrd="0" destOrd="0" presId="urn:microsoft.com/office/officeart/2005/8/layout/bProcess4"/>
    <dgm:cxn modelId="{C81A8148-2A3B-47AB-AA9F-60D533341510}" type="presParOf" srcId="{82D250ED-7B57-4760-B954-A9EB128E445F}" destId="{998C7338-71A2-4FC6-8716-F7F0401B0B9D}" srcOrd="1" destOrd="0" presId="urn:microsoft.com/office/officeart/2005/8/layout/bProcess4"/>
    <dgm:cxn modelId="{07079B6D-C0B8-4DB2-BE4B-A19AA3ADDB64}" type="presParOf" srcId="{E06F014B-37BA-4E14-981B-3F6D5D64DCD1}" destId="{2C33FE06-5802-463E-880F-6D46703E125A}" srcOrd="3" destOrd="0" presId="urn:microsoft.com/office/officeart/2005/8/layout/bProcess4"/>
    <dgm:cxn modelId="{525CACC2-B7AE-4E40-B13F-A1BB058347DF}" type="presParOf" srcId="{E06F014B-37BA-4E14-981B-3F6D5D64DCD1}" destId="{59C76EBA-4A98-41A7-BD48-EA7E09ED6D6F}" srcOrd="4" destOrd="0" presId="urn:microsoft.com/office/officeart/2005/8/layout/bProcess4"/>
    <dgm:cxn modelId="{73B2FE07-9A65-49E8-8BC9-5F693C8645D2}" type="presParOf" srcId="{59C76EBA-4A98-41A7-BD48-EA7E09ED6D6F}" destId="{2B8C9D73-66F9-4C64-A9B8-E564C4F6FC09}" srcOrd="0" destOrd="0" presId="urn:microsoft.com/office/officeart/2005/8/layout/bProcess4"/>
    <dgm:cxn modelId="{D780D032-6BF5-41A0-8D65-84BE2CF01A6B}" type="presParOf" srcId="{59C76EBA-4A98-41A7-BD48-EA7E09ED6D6F}" destId="{DE61C50A-AEC1-4FE0-89D0-2AA832328C99}" srcOrd="1" destOrd="0" presId="urn:microsoft.com/office/officeart/2005/8/layout/bProcess4"/>
    <dgm:cxn modelId="{E085638D-B91D-42B2-8684-DBB5D5B41F4B}" type="presParOf" srcId="{E06F014B-37BA-4E14-981B-3F6D5D64DCD1}" destId="{A227F645-9951-443C-B14D-707A0CFCBA55}" srcOrd="5" destOrd="0" presId="urn:microsoft.com/office/officeart/2005/8/layout/bProcess4"/>
    <dgm:cxn modelId="{2951D58D-70EE-4D53-A767-DEA5A89596E3}" type="presParOf" srcId="{E06F014B-37BA-4E14-981B-3F6D5D64DCD1}" destId="{A38E02EA-D94E-4BFB-925D-7D50DCBD8CB0}" srcOrd="6" destOrd="0" presId="urn:microsoft.com/office/officeart/2005/8/layout/bProcess4"/>
    <dgm:cxn modelId="{5BB769E2-E094-4847-B2CF-FDD046FCC1C2}" type="presParOf" srcId="{A38E02EA-D94E-4BFB-925D-7D50DCBD8CB0}" destId="{716B4884-ABE5-4D3C-8104-DB119D49094A}" srcOrd="0" destOrd="0" presId="urn:microsoft.com/office/officeart/2005/8/layout/bProcess4"/>
    <dgm:cxn modelId="{E43F5965-6F7C-4256-95F9-63658FAA2BA2}" type="presParOf" srcId="{A38E02EA-D94E-4BFB-925D-7D50DCBD8CB0}" destId="{5B7E2B88-B36F-490F-96D6-DF08E59A6750}" srcOrd="1" destOrd="0" presId="urn:microsoft.com/office/officeart/2005/8/layout/bProcess4"/>
    <dgm:cxn modelId="{A56EB148-B25B-415F-AEC3-2EC1D47D18D6}" type="presParOf" srcId="{E06F014B-37BA-4E14-981B-3F6D5D64DCD1}" destId="{67DC1ADC-8A14-4B25-9010-F2485F5CD314}" srcOrd="7" destOrd="0" presId="urn:microsoft.com/office/officeart/2005/8/layout/bProcess4"/>
    <dgm:cxn modelId="{B756A31A-1784-4132-AD5E-2D626B027CBD}" type="presParOf" srcId="{E06F014B-37BA-4E14-981B-3F6D5D64DCD1}" destId="{7613736E-DF3E-4648-BB55-AD5A16DD618F}" srcOrd="8" destOrd="0" presId="urn:microsoft.com/office/officeart/2005/8/layout/bProcess4"/>
    <dgm:cxn modelId="{7035F332-D116-41B0-A783-0DFA3A9B7A43}" type="presParOf" srcId="{7613736E-DF3E-4648-BB55-AD5A16DD618F}" destId="{954349E3-BE2D-4B0E-9221-A633F77B43C2}" srcOrd="0" destOrd="0" presId="urn:microsoft.com/office/officeart/2005/8/layout/bProcess4"/>
    <dgm:cxn modelId="{AFDEE9D1-4E7C-4890-950A-E3DDBFA385FA}" type="presParOf" srcId="{7613736E-DF3E-4648-BB55-AD5A16DD618F}" destId="{6FB8BA61-DE72-40D7-BED7-27F8F58D99B4}" srcOrd="1" destOrd="0" presId="urn:microsoft.com/office/officeart/2005/8/layout/bProcess4"/>
    <dgm:cxn modelId="{895D6852-B4A6-490E-B5F6-EFF78B4E7B9B}" type="presParOf" srcId="{E06F014B-37BA-4E14-981B-3F6D5D64DCD1}" destId="{49C1E222-1065-45B0-A534-C3685975C85C}" srcOrd="9" destOrd="0" presId="urn:microsoft.com/office/officeart/2005/8/layout/bProcess4"/>
    <dgm:cxn modelId="{A7256068-AC04-4E9E-8ED0-DCD23BAB90AC}" type="presParOf" srcId="{E06F014B-37BA-4E14-981B-3F6D5D64DCD1}" destId="{C3F1D837-B253-4FA9-B5D2-9ACD413E02C5}" srcOrd="10" destOrd="0" presId="urn:microsoft.com/office/officeart/2005/8/layout/bProcess4"/>
    <dgm:cxn modelId="{F241464C-8D6A-4936-92D2-22D508D623AF}" type="presParOf" srcId="{C3F1D837-B253-4FA9-B5D2-9ACD413E02C5}" destId="{7D6526C8-F60A-4172-998A-6F5E623CF739}" srcOrd="0" destOrd="0" presId="urn:microsoft.com/office/officeart/2005/8/layout/bProcess4"/>
    <dgm:cxn modelId="{3A6057A1-46FD-4ACA-846B-071E0F2DC544}" type="presParOf" srcId="{C3F1D837-B253-4FA9-B5D2-9ACD413E02C5}" destId="{C3FCD38C-D817-46DE-B914-A44CD704B538}" srcOrd="1" destOrd="0" presId="urn:microsoft.com/office/officeart/2005/8/layout/bProcess4"/>
    <dgm:cxn modelId="{A7FCD2D0-0102-408D-B2CE-CCBA4968BCE1}" type="presParOf" srcId="{E06F014B-37BA-4E14-981B-3F6D5D64DCD1}" destId="{A2E8F597-AFB7-4C69-8831-6D9E8D2DC292}" srcOrd="11" destOrd="0" presId="urn:microsoft.com/office/officeart/2005/8/layout/bProcess4"/>
    <dgm:cxn modelId="{F2298DE7-3F8E-466F-A792-5D56EC110DA8}" type="presParOf" srcId="{E06F014B-37BA-4E14-981B-3F6D5D64DCD1}" destId="{9D55D9B8-B800-4904-BAE0-790723C508F1}" srcOrd="12" destOrd="0" presId="urn:microsoft.com/office/officeart/2005/8/layout/bProcess4"/>
    <dgm:cxn modelId="{D91EF95E-1510-4642-A2F5-2CADEFE0BCC9}" type="presParOf" srcId="{9D55D9B8-B800-4904-BAE0-790723C508F1}" destId="{B45F4313-CB86-4752-BB22-DE6867BF84D3}" srcOrd="0" destOrd="0" presId="urn:microsoft.com/office/officeart/2005/8/layout/bProcess4"/>
    <dgm:cxn modelId="{FEAAE5D0-6B67-46A6-A3F6-BBF9FE76FD9B}" type="presParOf" srcId="{9D55D9B8-B800-4904-BAE0-790723C508F1}" destId="{31FB4F2E-C41A-4F1C-B5B0-6B867374A2B2}"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52FA49-9B6F-4BCB-90A6-2D5C4676235F}">
      <dsp:nvSpPr>
        <dsp:cNvPr id="0" name=""/>
        <dsp:cNvSpPr/>
      </dsp:nvSpPr>
      <dsp:spPr>
        <a:xfrm rot="5400000">
          <a:off x="-371495" y="1062765"/>
          <a:ext cx="1641801" cy="198195"/>
        </a:xfrm>
        <a:prstGeom prst="rect">
          <a:avLst/>
        </a:prstGeom>
        <a:solidFill>
          <a:schemeClr val="accent2">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0">
          <a:scrgbClr r="0" g="0" b="0"/>
        </a:effectRef>
        <a:fontRef idx="minor">
          <a:schemeClr val="lt1"/>
        </a:fontRef>
      </dsp:style>
    </dsp:sp>
    <dsp:sp modelId="{70C8053C-B866-489E-9CFA-AAEEC84327ED}">
      <dsp:nvSpPr>
        <dsp:cNvPr id="0" name=""/>
        <dsp:cNvSpPr/>
      </dsp:nvSpPr>
      <dsp:spPr>
        <a:xfrm>
          <a:off x="4057" y="11821"/>
          <a:ext cx="2202169" cy="1321301"/>
        </a:xfrm>
        <a:prstGeom prst="roundRect">
          <a:avLst>
            <a:gd name="adj" fmla="val 10000"/>
          </a:avLst>
        </a:prstGeom>
        <a:solidFill>
          <a:schemeClr val="accent2">
            <a:hueOff val="0"/>
            <a:satOff val="0"/>
            <a:lumOff val="0"/>
            <a:alphaOff val="0"/>
          </a:schemeClr>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Start the program.</a:t>
          </a:r>
        </a:p>
      </dsp:txBody>
      <dsp:txXfrm>
        <a:off x="42757" y="50521"/>
        <a:ext cx="2124769" cy="1243901"/>
      </dsp:txXfrm>
    </dsp:sp>
    <dsp:sp modelId="{2C33FE06-5802-463E-880F-6D46703E125A}">
      <dsp:nvSpPr>
        <dsp:cNvPr id="0" name=""/>
        <dsp:cNvSpPr/>
      </dsp:nvSpPr>
      <dsp:spPr>
        <a:xfrm rot="5400000">
          <a:off x="-371495" y="2714392"/>
          <a:ext cx="1641801" cy="198195"/>
        </a:xfrm>
        <a:prstGeom prst="rect">
          <a:avLst/>
        </a:prstGeom>
        <a:solidFill>
          <a:schemeClr val="accent3">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0">
          <a:scrgbClr r="0" g="0" b="0"/>
        </a:effectRef>
        <a:fontRef idx="minor">
          <a:schemeClr val="lt1"/>
        </a:fontRef>
      </dsp:style>
    </dsp:sp>
    <dsp:sp modelId="{998C7338-71A2-4FC6-8716-F7F0401B0B9D}">
      <dsp:nvSpPr>
        <dsp:cNvPr id="0" name=""/>
        <dsp:cNvSpPr/>
      </dsp:nvSpPr>
      <dsp:spPr>
        <a:xfrm>
          <a:off x="4057" y="1663449"/>
          <a:ext cx="2202169" cy="1321301"/>
        </a:xfrm>
        <a:prstGeom prst="roundRect">
          <a:avLst>
            <a:gd name="adj" fmla="val 10000"/>
          </a:avLst>
        </a:prstGeom>
        <a:solidFill>
          <a:schemeClr val="accent3">
            <a:hueOff val="0"/>
            <a:satOff val="0"/>
            <a:lumOff val="0"/>
            <a:alphaOff val="0"/>
          </a:schemeClr>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Create the user interface using Python.</a:t>
          </a:r>
        </a:p>
      </dsp:txBody>
      <dsp:txXfrm>
        <a:off x="42757" y="1702149"/>
        <a:ext cx="2124769" cy="1243901"/>
      </dsp:txXfrm>
    </dsp:sp>
    <dsp:sp modelId="{A227F645-9951-443C-B14D-707A0CFCBA55}">
      <dsp:nvSpPr>
        <dsp:cNvPr id="0" name=""/>
        <dsp:cNvSpPr/>
      </dsp:nvSpPr>
      <dsp:spPr>
        <a:xfrm>
          <a:off x="454317" y="3540206"/>
          <a:ext cx="2919059" cy="198195"/>
        </a:xfrm>
        <a:prstGeom prst="rect">
          <a:avLst/>
        </a:prstGeom>
        <a:solidFill>
          <a:schemeClr val="accent4">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0">
          <a:scrgbClr r="0" g="0" b="0"/>
        </a:effectRef>
        <a:fontRef idx="minor">
          <a:schemeClr val="lt1"/>
        </a:fontRef>
      </dsp:style>
    </dsp:sp>
    <dsp:sp modelId="{DE61C50A-AEC1-4FE0-89D0-2AA832328C99}">
      <dsp:nvSpPr>
        <dsp:cNvPr id="0" name=""/>
        <dsp:cNvSpPr/>
      </dsp:nvSpPr>
      <dsp:spPr>
        <a:xfrm>
          <a:off x="4057" y="3315076"/>
          <a:ext cx="2202169" cy="1321301"/>
        </a:xfrm>
        <a:prstGeom prst="roundRect">
          <a:avLst>
            <a:gd name="adj" fmla="val 10000"/>
          </a:avLst>
        </a:prstGeom>
        <a:solidFill>
          <a:schemeClr val="accent4">
            <a:hueOff val="0"/>
            <a:satOff val="0"/>
            <a:lumOff val="0"/>
            <a:alphaOff val="0"/>
          </a:schemeClr>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Ask the user to enter an English word</a:t>
          </a:r>
        </a:p>
      </dsp:txBody>
      <dsp:txXfrm>
        <a:off x="42757" y="3353776"/>
        <a:ext cx="2124769" cy="1243901"/>
      </dsp:txXfrm>
    </dsp:sp>
    <dsp:sp modelId="{67DC1ADC-8A14-4B25-9010-F2485F5CD314}">
      <dsp:nvSpPr>
        <dsp:cNvPr id="0" name=""/>
        <dsp:cNvSpPr/>
      </dsp:nvSpPr>
      <dsp:spPr>
        <a:xfrm rot="16200000">
          <a:off x="2557389" y="2714392"/>
          <a:ext cx="1641801" cy="198195"/>
        </a:xfrm>
        <a:prstGeom prst="rect">
          <a:avLst/>
        </a:prstGeom>
        <a:solidFill>
          <a:schemeClr val="accent5">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0">
          <a:scrgbClr r="0" g="0" b="0"/>
        </a:effectRef>
        <a:fontRef idx="minor">
          <a:schemeClr val="lt1"/>
        </a:fontRef>
      </dsp:style>
    </dsp:sp>
    <dsp:sp modelId="{5B7E2B88-B36F-490F-96D6-DF08E59A6750}">
      <dsp:nvSpPr>
        <dsp:cNvPr id="0" name=""/>
        <dsp:cNvSpPr/>
      </dsp:nvSpPr>
      <dsp:spPr>
        <a:xfrm>
          <a:off x="2932943" y="3315076"/>
          <a:ext cx="2202169" cy="1321301"/>
        </a:xfrm>
        <a:prstGeom prst="roundRect">
          <a:avLst>
            <a:gd name="adj" fmla="val 10000"/>
          </a:avLst>
        </a:prstGeom>
        <a:solidFill>
          <a:schemeClr val="accent5">
            <a:hueOff val="0"/>
            <a:satOff val="0"/>
            <a:lumOff val="0"/>
            <a:alphaOff val="0"/>
          </a:schemeClr>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Validate the entered input.</a:t>
          </a:r>
        </a:p>
      </dsp:txBody>
      <dsp:txXfrm>
        <a:off x="2971643" y="3353776"/>
        <a:ext cx="2124769" cy="1243901"/>
      </dsp:txXfrm>
    </dsp:sp>
    <dsp:sp modelId="{49C1E222-1065-45B0-A534-C3685975C85C}">
      <dsp:nvSpPr>
        <dsp:cNvPr id="0" name=""/>
        <dsp:cNvSpPr/>
      </dsp:nvSpPr>
      <dsp:spPr>
        <a:xfrm rot="16200000">
          <a:off x="2557389" y="1062765"/>
          <a:ext cx="1641801" cy="198195"/>
        </a:xfrm>
        <a:prstGeom prst="rect">
          <a:avLst/>
        </a:prstGeom>
        <a:solidFill>
          <a:schemeClr val="accent6">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0">
          <a:scrgbClr r="0" g="0" b="0"/>
        </a:effectRef>
        <a:fontRef idx="minor">
          <a:schemeClr val="lt1"/>
        </a:fontRef>
      </dsp:style>
    </dsp:sp>
    <dsp:sp modelId="{6FB8BA61-DE72-40D7-BED7-27F8F58D99B4}">
      <dsp:nvSpPr>
        <dsp:cNvPr id="0" name=""/>
        <dsp:cNvSpPr/>
      </dsp:nvSpPr>
      <dsp:spPr>
        <a:xfrm>
          <a:off x="2932943" y="1663449"/>
          <a:ext cx="2202169" cy="1321301"/>
        </a:xfrm>
        <a:prstGeom prst="roundRect">
          <a:avLst>
            <a:gd name="adj" fmla="val 10000"/>
          </a:avLst>
        </a:prstGeom>
        <a:solidFill>
          <a:schemeClr val="accent6">
            <a:hueOff val="0"/>
            <a:satOff val="0"/>
            <a:lumOff val="0"/>
            <a:alphaOff val="0"/>
          </a:schemeClr>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Send the entered word to the Dictionary API using an HTTP request.</a:t>
          </a:r>
        </a:p>
      </dsp:txBody>
      <dsp:txXfrm>
        <a:off x="2971643" y="1702149"/>
        <a:ext cx="2124769" cy="1243901"/>
      </dsp:txXfrm>
    </dsp:sp>
    <dsp:sp modelId="{A2E8F597-AFB7-4C69-8831-6D9E8D2DC292}">
      <dsp:nvSpPr>
        <dsp:cNvPr id="0" name=""/>
        <dsp:cNvSpPr/>
      </dsp:nvSpPr>
      <dsp:spPr>
        <a:xfrm>
          <a:off x="3383203" y="236951"/>
          <a:ext cx="2919059" cy="198195"/>
        </a:xfrm>
        <a:prstGeom prst="rect">
          <a:avLst/>
        </a:prstGeom>
        <a:solidFill>
          <a:schemeClr val="accent2">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0">
          <a:scrgbClr r="0" g="0" b="0"/>
        </a:effectRef>
        <a:fontRef idx="minor">
          <a:schemeClr val="lt1"/>
        </a:fontRef>
      </dsp:style>
    </dsp:sp>
    <dsp:sp modelId="{C3FCD38C-D817-46DE-B914-A44CD704B538}">
      <dsp:nvSpPr>
        <dsp:cNvPr id="0" name=""/>
        <dsp:cNvSpPr/>
      </dsp:nvSpPr>
      <dsp:spPr>
        <a:xfrm>
          <a:off x="2932943" y="11821"/>
          <a:ext cx="2202169" cy="1321301"/>
        </a:xfrm>
        <a:prstGeom prst="roundRect">
          <a:avLst>
            <a:gd name="adj" fmla="val 10000"/>
          </a:avLst>
        </a:prstGeom>
        <a:solidFill>
          <a:schemeClr val="accent2">
            <a:hueOff val="0"/>
            <a:satOff val="0"/>
            <a:lumOff val="0"/>
            <a:alphaOff val="0"/>
          </a:schemeClr>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Receive the response from the API in JSON format.</a:t>
          </a:r>
        </a:p>
      </dsp:txBody>
      <dsp:txXfrm>
        <a:off x="2971643" y="50521"/>
        <a:ext cx="2124769" cy="1243901"/>
      </dsp:txXfrm>
    </dsp:sp>
    <dsp:sp modelId="{FB1D1780-94BA-43C9-ADB0-5B8BCC63E209}">
      <dsp:nvSpPr>
        <dsp:cNvPr id="0" name=""/>
        <dsp:cNvSpPr/>
      </dsp:nvSpPr>
      <dsp:spPr>
        <a:xfrm rot="5400000">
          <a:off x="5486275" y="1062765"/>
          <a:ext cx="1641801" cy="198195"/>
        </a:xfrm>
        <a:prstGeom prst="rect">
          <a:avLst/>
        </a:prstGeom>
        <a:solidFill>
          <a:schemeClr val="accent3">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0">
          <a:scrgbClr r="0" g="0" b="0"/>
        </a:effectRef>
        <a:fontRef idx="minor">
          <a:schemeClr val="lt1"/>
        </a:fontRef>
      </dsp:style>
    </dsp:sp>
    <dsp:sp modelId="{31FB4F2E-C41A-4F1C-B5B0-6B867374A2B2}">
      <dsp:nvSpPr>
        <dsp:cNvPr id="0" name=""/>
        <dsp:cNvSpPr/>
      </dsp:nvSpPr>
      <dsp:spPr>
        <a:xfrm>
          <a:off x="5861828" y="11821"/>
          <a:ext cx="2202169" cy="1321301"/>
        </a:xfrm>
        <a:prstGeom prst="roundRect">
          <a:avLst>
            <a:gd name="adj" fmla="val 10000"/>
          </a:avLst>
        </a:prstGeom>
        <a:solidFill>
          <a:schemeClr val="accent3">
            <a:hueOff val="0"/>
            <a:satOff val="0"/>
            <a:lumOff val="0"/>
            <a:alphaOff val="0"/>
          </a:schemeClr>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Check whether the requested word is available.</a:t>
          </a:r>
        </a:p>
      </dsp:txBody>
      <dsp:txXfrm>
        <a:off x="5900528" y="50521"/>
        <a:ext cx="2124769" cy="1243901"/>
      </dsp:txXfrm>
    </dsp:sp>
    <dsp:sp modelId="{413F1C91-A915-4C4B-9180-A726BF0EF5FF}">
      <dsp:nvSpPr>
        <dsp:cNvPr id="0" name=""/>
        <dsp:cNvSpPr/>
      </dsp:nvSpPr>
      <dsp:spPr>
        <a:xfrm rot="5400000">
          <a:off x="5486275" y="2714392"/>
          <a:ext cx="1641801" cy="198195"/>
        </a:xfrm>
        <a:prstGeom prst="rect">
          <a:avLst/>
        </a:prstGeom>
        <a:solidFill>
          <a:schemeClr val="accent4">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0">
          <a:scrgbClr r="0" g="0" b="0"/>
        </a:effectRef>
        <a:fontRef idx="minor">
          <a:schemeClr val="lt1"/>
        </a:fontRef>
      </dsp:style>
    </dsp:sp>
    <dsp:sp modelId="{D961C1C5-85D2-49BC-94CA-34F78A2FB4DD}">
      <dsp:nvSpPr>
        <dsp:cNvPr id="0" name=""/>
        <dsp:cNvSpPr/>
      </dsp:nvSpPr>
      <dsp:spPr>
        <a:xfrm>
          <a:off x="5861828" y="1663449"/>
          <a:ext cx="2202169" cy="1321301"/>
        </a:xfrm>
        <a:prstGeom prst="roundRect">
          <a:avLst>
            <a:gd name="adj" fmla="val 10000"/>
          </a:avLst>
        </a:prstGeom>
        <a:solidFill>
          <a:schemeClr val="accent4">
            <a:hueOff val="0"/>
            <a:satOff val="0"/>
            <a:lumOff val="0"/>
            <a:alphaOff val="0"/>
          </a:schemeClr>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If the word is found extract all meanings and all.</a:t>
          </a:r>
          <a:endParaRPr lang="en-IN" sz="1800" kern="1200" dirty="0"/>
        </a:p>
      </dsp:txBody>
      <dsp:txXfrm>
        <a:off x="5900528" y="1702149"/>
        <a:ext cx="2124769" cy="1243901"/>
      </dsp:txXfrm>
    </dsp:sp>
    <dsp:sp modelId="{5F0998CE-44E1-4DDD-AB00-821ECBA44753}">
      <dsp:nvSpPr>
        <dsp:cNvPr id="0" name=""/>
        <dsp:cNvSpPr/>
      </dsp:nvSpPr>
      <dsp:spPr>
        <a:xfrm>
          <a:off x="5861828" y="3315076"/>
          <a:ext cx="2202169" cy="1321301"/>
        </a:xfrm>
        <a:prstGeom prst="roundRect">
          <a:avLst>
            <a:gd name="adj" fmla="val 10000"/>
          </a:avLst>
        </a:prstGeom>
        <a:solidFill>
          <a:schemeClr val="accent5">
            <a:hueOff val="0"/>
            <a:satOff val="0"/>
            <a:lumOff val="0"/>
            <a:alphaOff val="0"/>
          </a:schemeClr>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t>Display the extracted information on the application interface.</a:t>
          </a:r>
        </a:p>
      </dsp:txBody>
      <dsp:txXfrm>
        <a:off x="5900528" y="3353776"/>
        <a:ext cx="2124769" cy="12439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52FA49-9B6F-4BCB-90A6-2D5C4676235F}">
      <dsp:nvSpPr>
        <dsp:cNvPr id="0" name=""/>
        <dsp:cNvSpPr/>
      </dsp:nvSpPr>
      <dsp:spPr>
        <a:xfrm rot="5400000">
          <a:off x="-371495" y="1481865"/>
          <a:ext cx="1641801" cy="198195"/>
        </a:xfrm>
        <a:prstGeom prst="rect">
          <a:avLst/>
        </a:prstGeom>
        <a:solidFill>
          <a:schemeClr val="accent2">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0">
          <a:scrgbClr r="0" g="0" b="0"/>
        </a:effectRef>
        <a:fontRef idx="minor">
          <a:schemeClr val="lt1"/>
        </a:fontRef>
      </dsp:style>
    </dsp:sp>
    <dsp:sp modelId="{70C8053C-B866-489E-9CFA-AAEEC84327ED}">
      <dsp:nvSpPr>
        <dsp:cNvPr id="0" name=""/>
        <dsp:cNvSpPr/>
      </dsp:nvSpPr>
      <dsp:spPr>
        <a:xfrm>
          <a:off x="4057" y="430921"/>
          <a:ext cx="2202169" cy="1321301"/>
        </a:xfrm>
        <a:prstGeom prst="roundRect">
          <a:avLst>
            <a:gd name="adj" fmla="val 10000"/>
          </a:avLst>
        </a:prstGeom>
        <a:solidFill>
          <a:schemeClr val="bg2">
            <a:lumMod val="25000"/>
          </a:schemeClr>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If the word is not found, display an appropriate error message.</a:t>
          </a:r>
        </a:p>
      </dsp:txBody>
      <dsp:txXfrm>
        <a:off x="42757" y="469621"/>
        <a:ext cx="2124769" cy="1243901"/>
      </dsp:txXfrm>
    </dsp:sp>
    <dsp:sp modelId="{2C33FE06-5802-463E-880F-6D46703E125A}">
      <dsp:nvSpPr>
        <dsp:cNvPr id="0" name=""/>
        <dsp:cNvSpPr/>
      </dsp:nvSpPr>
      <dsp:spPr>
        <a:xfrm rot="5400000">
          <a:off x="-371495" y="3133492"/>
          <a:ext cx="1641801" cy="198195"/>
        </a:xfrm>
        <a:prstGeom prst="rect">
          <a:avLst/>
        </a:prstGeom>
        <a:solidFill>
          <a:schemeClr val="accent3">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0">
          <a:scrgbClr r="0" g="0" b="0"/>
        </a:effectRef>
        <a:fontRef idx="minor">
          <a:schemeClr val="lt1"/>
        </a:fontRef>
      </dsp:style>
    </dsp:sp>
    <dsp:sp modelId="{998C7338-71A2-4FC6-8716-F7F0401B0B9D}">
      <dsp:nvSpPr>
        <dsp:cNvPr id="0" name=""/>
        <dsp:cNvSpPr/>
      </dsp:nvSpPr>
      <dsp:spPr>
        <a:xfrm>
          <a:off x="4057" y="2082549"/>
          <a:ext cx="2202169" cy="1321301"/>
        </a:xfrm>
        <a:prstGeom prst="roundRect">
          <a:avLst>
            <a:gd name="adj" fmla="val 10000"/>
          </a:avLst>
        </a:prstGeom>
        <a:solidFill>
          <a:srgbClr val="002060"/>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Provide possible spelling suggestions for an incorrectly entered word.</a:t>
          </a:r>
        </a:p>
      </dsp:txBody>
      <dsp:txXfrm>
        <a:off x="42757" y="2121249"/>
        <a:ext cx="2124769" cy="1243901"/>
      </dsp:txXfrm>
    </dsp:sp>
    <dsp:sp modelId="{A227F645-9951-443C-B14D-707A0CFCBA55}">
      <dsp:nvSpPr>
        <dsp:cNvPr id="0" name=""/>
        <dsp:cNvSpPr/>
      </dsp:nvSpPr>
      <dsp:spPr>
        <a:xfrm>
          <a:off x="454317" y="3959306"/>
          <a:ext cx="2919059" cy="198195"/>
        </a:xfrm>
        <a:prstGeom prst="rect">
          <a:avLst/>
        </a:prstGeom>
        <a:solidFill>
          <a:schemeClr val="accent4">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0">
          <a:scrgbClr r="0" g="0" b="0"/>
        </a:effectRef>
        <a:fontRef idx="minor">
          <a:schemeClr val="lt1"/>
        </a:fontRef>
      </dsp:style>
    </dsp:sp>
    <dsp:sp modelId="{DE61C50A-AEC1-4FE0-89D0-2AA832328C99}">
      <dsp:nvSpPr>
        <dsp:cNvPr id="0" name=""/>
        <dsp:cNvSpPr/>
      </dsp:nvSpPr>
      <dsp:spPr>
        <a:xfrm>
          <a:off x="4057" y="3734176"/>
          <a:ext cx="2202169" cy="1321301"/>
        </a:xfrm>
        <a:prstGeom prst="roundRect">
          <a:avLst>
            <a:gd name="adj" fmla="val 10000"/>
          </a:avLst>
        </a:prstGeom>
        <a:solidFill>
          <a:schemeClr val="accent6">
            <a:lumMod val="50000"/>
          </a:schemeClr>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Store the searched word in the search history using file handling.</a:t>
          </a:r>
        </a:p>
      </dsp:txBody>
      <dsp:txXfrm>
        <a:off x="42757" y="3772876"/>
        <a:ext cx="2124769" cy="1243901"/>
      </dsp:txXfrm>
    </dsp:sp>
    <dsp:sp modelId="{67DC1ADC-8A14-4B25-9010-F2485F5CD314}">
      <dsp:nvSpPr>
        <dsp:cNvPr id="0" name=""/>
        <dsp:cNvSpPr/>
      </dsp:nvSpPr>
      <dsp:spPr>
        <a:xfrm rot="16200000">
          <a:off x="2557389" y="3133492"/>
          <a:ext cx="1641801" cy="198195"/>
        </a:xfrm>
        <a:prstGeom prst="rect">
          <a:avLst/>
        </a:prstGeom>
        <a:solidFill>
          <a:schemeClr val="accent5">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0">
          <a:scrgbClr r="0" g="0" b="0"/>
        </a:effectRef>
        <a:fontRef idx="minor">
          <a:schemeClr val="lt1"/>
        </a:fontRef>
      </dsp:style>
    </dsp:sp>
    <dsp:sp modelId="{5B7E2B88-B36F-490F-96D6-DF08E59A6750}">
      <dsp:nvSpPr>
        <dsp:cNvPr id="0" name=""/>
        <dsp:cNvSpPr/>
      </dsp:nvSpPr>
      <dsp:spPr>
        <a:xfrm>
          <a:off x="2932943" y="3734176"/>
          <a:ext cx="2202169" cy="1321301"/>
        </a:xfrm>
        <a:prstGeom prst="roundRect">
          <a:avLst>
            <a:gd name="adj" fmla="val 10000"/>
          </a:avLst>
        </a:prstGeom>
        <a:solidFill>
          <a:schemeClr val="bg1">
            <a:lumMod val="50000"/>
          </a:schemeClr>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If the user selects no, terminate the application.</a:t>
          </a:r>
        </a:p>
      </dsp:txBody>
      <dsp:txXfrm>
        <a:off x="2971643" y="3772876"/>
        <a:ext cx="2124769" cy="1243901"/>
      </dsp:txXfrm>
    </dsp:sp>
    <dsp:sp modelId="{49C1E222-1065-45B0-A534-C3685975C85C}">
      <dsp:nvSpPr>
        <dsp:cNvPr id="0" name=""/>
        <dsp:cNvSpPr/>
      </dsp:nvSpPr>
      <dsp:spPr>
        <a:xfrm rot="16200000">
          <a:off x="2557389" y="1481865"/>
          <a:ext cx="1641801" cy="198195"/>
        </a:xfrm>
        <a:prstGeom prst="rect">
          <a:avLst/>
        </a:prstGeom>
        <a:solidFill>
          <a:schemeClr val="accent6">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0">
          <a:scrgbClr r="0" g="0" b="0"/>
        </a:effectRef>
        <a:fontRef idx="minor">
          <a:schemeClr val="lt1"/>
        </a:fontRef>
      </dsp:style>
    </dsp:sp>
    <dsp:sp modelId="{6FB8BA61-DE72-40D7-BED7-27F8F58D99B4}">
      <dsp:nvSpPr>
        <dsp:cNvPr id="0" name=""/>
        <dsp:cNvSpPr/>
      </dsp:nvSpPr>
      <dsp:spPr>
        <a:xfrm>
          <a:off x="2932943" y="2082549"/>
          <a:ext cx="2202169" cy="1321301"/>
        </a:xfrm>
        <a:prstGeom prst="roundRect">
          <a:avLst>
            <a:gd name="adj" fmla="val 10000"/>
          </a:avLst>
        </a:prstGeom>
        <a:solidFill>
          <a:schemeClr val="accent4">
            <a:lumMod val="60000"/>
            <a:lumOff val="40000"/>
          </a:schemeClr>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If the user selects yes, repeat the search process.</a:t>
          </a:r>
        </a:p>
      </dsp:txBody>
      <dsp:txXfrm>
        <a:off x="2971643" y="2121249"/>
        <a:ext cx="2124769" cy="1243901"/>
      </dsp:txXfrm>
    </dsp:sp>
    <dsp:sp modelId="{A2E8F597-AFB7-4C69-8831-6D9E8D2DC292}">
      <dsp:nvSpPr>
        <dsp:cNvPr id="0" name=""/>
        <dsp:cNvSpPr/>
      </dsp:nvSpPr>
      <dsp:spPr>
        <a:xfrm>
          <a:off x="3383203" y="656051"/>
          <a:ext cx="2919059" cy="198195"/>
        </a:xfrm>
        <a:prstGeom prst="rect">
          <a:avLst/>
        </a:prstGeom>
        <a:solidFill>
          <a:schemeClr val="accent2">
            <a:hueOff val="0"/>
            <a:satOff val="0"/>
            <a:lumOff val="0"/>
            <a:alphaOff val="0"/>
          </a:schemeClr>
        </a:solidFill>
        <a:ln>
          <a:noFill/>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0">
          <a:scrgbClr r="0" g="0" b="0"/>
        </a:lnRef>
        <a:fillRef idx="1">
          <a:scrgbClr r="0" g="0" b="0"/>
        </a:fillRef>
        <a:effectRef idx="0">
          <a:scrgbClr r="0" g="0" b="0"/>
        </a:effectRef>
        <a:fontRef idx="minor">
          <a:schemeClr val="lt1"/>
        </a:fontRef>
      </dsp:style>
    </dsp:sp>
    <dsp:sp modelId="{C3FCD38C-D817-46DE-B914-A44CD704B538}">
      <dsp:nvSpPr>
        <dsp:cNvPr id="0" name=""/>
        <dsp:cNvSpPr/>
      </dsp:nvSpPr>
      <dsp:spPr>
        <a:xfrm>
          <a:off x="2932943" y="430921"/>
          <a:ext cx="2202169" cy="1321301"/>
        </a:xfrm>
        <a:prstGeom prst="roundRect">
          <a:avLst>
            <a:gd name="adj" fmla="val 10000"/>
          </a:avLst>
        </a:prstGeom>
        <a:solidFill>
          <a:schemeClr val="tx1"/>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Ask the user whether they want to search for another word.</a:t>
          </a:r>
        </a:p>
      </dsp:txBody>
      <dsp:txXfrm>
        <a:off x="2971643" y="469621"/>
        <a:ext cx="2124769" cy="1243901"/>
      </dsp:txXfrm>
    </dsp:sp>
    <dsp:sp modelId="{31FB4F2E-C41A-4F1C-B5B0-6B867374A2B2}">
      <dsp:nvSpPr>
        <dsp:cNvPr id="0" name=""/>
        <dsp:cNvSpPr/>
      </dsp:nvSpPr>
      <dsp:spPr>
        <a:xfrm>
          <a:off x="5861828" y="430921"/>
          <a:ext cx="2202169" cy="1321301"/>
        </a:xfrm>
        <a:prstGeom prst="roundRect">
          <a:avLst>
            <a:gd name="adj" fmla="val 10000"/>
          </a:avLst>
        </a:prstGeom>
        <a:solidFill>
          <a:srgbClr val="FF0000"/>
        </a:solidFill>
        <a:ln w="25400" cap="flat" cmpd="sng" algn="ctr">
          <a:noFill/>
          <a:prstDash val="solid"/>
        </a:ln>
        <a:effectLst>
          <a:outerShdw blurRad="190500" dist="228600" dir="2700000" algn="ctr" rotWithShape="0">
            <a:srgbClr val="000000">
              <a:alpha val="30000"/>
            </a:srgbClr>
          </a:outerShdw>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kern="1200" dirty="0"/>
            <a:t>End the program.</a:t>
          </a:r>
        </a:p>
      </dsp:txBody>
      <dsp:txXfrm>
        <a:off x="5900528" y="469621"/>
        <a:ext cx="2124769" cy="1243901"/>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4800" b="1" i="0">
                <a:solidFill>
                  <a:schemeClr val="hlink"/>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hlink"/>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hlink"/>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hlink"/>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46050" y="6390640"/>
            <a:ext cx="8832850" cy="309880"/>
          </a:xfrm>
          <a:custGeom>
            <a:avLst/>
            <a:gdLst/>
            <a:ahLst/>
            <a:cxnLst/>
            <a:rect l="l" t="t" r="r" b="b"/>
            <a:pathLst>
              <a:path w="8832850" h="309879">
                <a:moveTo>
                  <a:pt x="8832849" y="309880"/>
                </a:moveTo>
                <a:lnTo>
                  <a:pt x="0" y="309880"/>
                </a:lnTo>
                <a:lnTo>
                  <a:pt x="0" y="0"/>
                </a:lnTo>
                <a:lnTo>
                  <a:pt x="8832849" y="0"/>
                </a:lnTo>
                <a:lnTo>
                  <a:pt x="8832849" y="309880"/>
                </a:lnTo>
                <a:close/>
              </a:path>
            </a:pathLst>
          </a:custGeom>
          <a:solidFill>
            <a:srgbClr val="8BABAD"/>
          </a:solidFill>
        </p:spPr>
        <p:txBody>
          <a:bodyPr wrap="square" lIns="0" tIns="0" rIns="0" bIns="0" rtlCol="0"/>
          <a:lstStyle/>
          <a:p>
            <a:endParaRPr/>
          </a:p>
        </p:txBody>
      </p:sp>
      <p:sp>
        <p:nvSpPr>
          <p:cNvPr id="17" name="bg object 17"/>
          <p:cNvSpPr/>
          <p:nvPr/>
        </p:nvSpPr>
        <p:spPr>
          <a:xfrm>
            <a:off x="152400" y="158750"/>
            <a:ext cx="8832850" cy="6546850"/>
          </a:xfrm>
          <a:custGeom>
            <a:avLst/>
            <a:gdLst/>
            <a:ahLst/>
            <a:cxnLst/>
            <a:rect l="l" t="t" r="r" b="b"/>
            <a:pathLst>
              <a:path w="8832850" h="6546850">
                <a:moveTo>
                  <a:pt x="4415789" y="6546849"/>
                </a:moveTo>
                <a:lnTo>
                  <a:pt x="0" y="6546849"/>
                </a:lnTo>
                <a:lnTo>
                  <a:pt x="0" y="0"/>
                </a:lnTo>
                <a:lnTo>
                  <a:pt x="8832849" y="0"/>
                </a:lnTo>
                <a:lnTo>
                  <a:pt x="8832849" y="6546849"/>
                </a:lnTo>
                <a:lnTo>
                  <a:pt x="4415789" y="6546849"/>
                </a:lnTo>
                <a:close/>
              </a:path>
            </a:pathLst>
          </a:custGeom>
          <a:ln w="9524">
            <a:solidFill>
              <a:srgbClr val="799798"/>
            </a:solidFill>
          </a:ln>
        </p:spPr>
        <p:txBody>
          <a:bodyPr wrap="square" lIns="0" tIns="0" rIns="0" bIns="0" rtlCol="0"/>
          <a:lstStyle/>
          <a:p>
            <a:endParaRPr/>
          </a:p>
        </p:txBody>
      </p:sp>
      <p:sp>
        <p:nvSpPr>
          <p:cNvPr id="2" name="Holder 2"/>
          <p:cNvSpPr>
            <a:spLocks noGrp="1"/>
          </p:cNvSpPr>
          <p:nvPr>
            <p:ph type="title"/>
          </p:nvPr>
        </p:nvSpPr>
        <p:spPr>
          <a:xfrm>
            <a:off x="3048426" y="2896496"/>
            <a:ext cx="3082925" cy="756920"/>
          </a:xfrm>
          <a:prstGeom prst="rect">
            <a:avLst/>
          </a:prstGeom>
        </p:spPr>
        <p:txBody>
          <a:bodyPr wrap="square" lIns="0" tIns="0" rIns="0" bIns="0">
            <a:spAutoFit/>
          </a:bodyPr>
          <a:lstStyle>
            <a:lvl1pPr>
              <a:defRPr sz="4800" b="1" i="0">
                <a:solidFill>
                  <a:schemeClr val="hlink"/>
                </a:solidFill>
                <a:latin typeface="Arial"/>
                <a:cs typeface="Arial"/>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8/17/2026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sv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descr="$PPTXTitle">
            <a:extLst>
              <a:ext uri="{FF2B5EF4-FFF2-40B4-BE49-F238E27FC236}">
                <a16:creationId xmlns:a16="http://schemas.microsoft.com/office/drawing/2014/main" id="{32078CF6-ED61-3081-D810-A3C5505A4292}"/>
              </a:ext>
            </a:extLst>
          </p:cNvPr>
          <p:cNvSpPr txBox="1">
            <a:spLocks/>
          </p:cNvSpPr>
          <p:nvPr/>
        </p:nvSpPr>
        <p:spPr>
          <a:xfrm>
            <a:off x="1780588" y="256958"/>
            <a:ext cx="5923908" cy="1490152"/>
          </a:xfrm>
          <a:prstGeom prst="rect">
            <a:avLst/>
          </a:prstGeom>
        </p:spPr>
        <p:txBody>
          <a:bodyPr vert="horz" wrap="square" lIns="0" tIns="12700" rIns="0" bIns="0" rtlCol="0">
            <a:sp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12700" marR="5080">
              <a:spcBef>
                <a:spcPts val="100"/>
              </a:spcBef>
            </a:pPr>
            <a:r>
              <a:rPr lang="en-US" sz="3200" dirty="0">
                <a:solidFill>
                  <a:srgbClr val="000000"/>
                </a:solidFill>
                <a:latin typeface="Times New Roman"/>
                <a:cs typeface="Times New Roman"/>
              </a:rPr>
              <a:t>Experiential</a:t>
            </a:r>
            <a:r>
              <a:rPr lang="en-US" sz="3200" spc="-60" dirty="0">
                <a:solidFill>
                  <a:srgbClr val="000000"/>
                </a:solidFill>
                <a:latin typeface="Times New Roman"/>
                <a:cs typeface="Times New Roman"/>
              </a:rPr>
              <a:t> </a:t>
            </a:r>
            <a:r>
              <a:rPr lang="en-US" sz="3200" spc="-10" dirty="0">
                <a:solidFill>
                  <a:srgbClr val="000000"/>
                </a:solidFill>
                <a:latin typeface="Times New Roman"/>
                <a:cs typeface="Times New Roman"/>
              </a:rPr>
              <a:t>Learning </a:t>
            </a:r>
            <a:r>
              <a:rPr lang="en-US" sz="3200" spc="-25" dirty="0">
                <a:solidFill>
                  <a:srgbClr val="000000"/>
                </a:solidFill>
                <a:latin typeface="Times New Roman"/>
                <a:cs typeface="Times New Roman"/>
              </a:rPr>
              <a:t>Project</a:t>
            </a:r>
            <a:r>
              <a:rPr lang="en-US" sz="3200" spc="-35" dirty="0">
                <a:solidFill>
                  <a:srgbClr val="000000"/>
                </a:solidFill>
                <a:latin typeface="Times New Roman"/>
                <a:cs typeface="Times New Roman"/>
              </a:rPr>
              <a:t> </a:t>
            </a:r>
            <a:r>
              <a:rPr lang="en-US" sz="3200" spc="-30" dirty="0">
                <a:solidFill>
                  <a:srgbClr val="000000"/>
                </a:solidFill>
                <a:latin typeface="Times New Roman"/>
                <a:cs typeface="Times New Roman"/>
              </a:rPr>
              <a:t>Assessment-</a:t>
            </a:r>
            <a:r>
              <a:rPr lang="en-US" sz="3200" spc="-50" dirty="0">
                <a:solidFill>
                  <a:srgbClr val="000000"/>
                </a:solidFill>
                <a:latin typeface="Times New Roman"/>
                <a:cs typeface="Times New Roman"/>
              </a:rPr>
              <a:t>I </a:t>
            </a:r>
            <a:r>
              <a:rPr lang="en-US" sz="3200" spc="-25" dirty="0">
                <a:solidFill>
                  <a:srgbClr val="000000"/>
                </a:solidFill>
                <a:latin typeface="Times New Roman"/>
                <a:cs typeface="Times New Roman"/>
              </a:rPr>
              <a:t>on</a:t>
            </a:r>
            <a:endParaRPr lang="en-US" sz="3200" dirty="0">
              <a:latin typeface="Times New Roman"/>
              <a:cs typeface="Times New Roman"/>
            </a:endParaRPr>
          </a:p>
          <a:p>
            <a:pPr marL="2540"/>
            <a:r>
              <a:rPr lang="en-US" sz="3200" dirty="0">
                <a:latin typeface="Times New Roman"/>
                <a:cs typeface="Times New Roman"/>
              </a:rPr>
              <a:t>“English dictionary</a:t>
            </a:r>
            <a:r>
              <a:rPr lang="en-US" sz="3200" spc="-10" dirty="0">
                <a:latin typeface="Times New Roman"/>
                <a:cs typeface="Times New Roman"/>
              </a:rPr>
              <a:t>”</a:t>
            </a:r>
            <a:endParaRPr lang="en-US" sz="3200" dirty="0">
              <a:latin typeface="Times New Roman"/>
              <a:cs typeface="Times New Roman"/>
            </a:endParaRPr>
          </a:p>
        </p:txBody>
      </p:sp>
      <p:sp>
        <p:nvSpPr>
          <p:cNvPr id="9" name="object 3">
            <a:extLst>
              <a:ext uri="{FF2B5EF4-FFF2-40B4-BE49-F238E27FC236}">
                <a16:creationId xmlns:a16="http://schemas.microsoft.com/office/drawing/2014/main" id="{18FAE39F-8DF9-7A13-AF5B-CC4A57A75B91}"/>
              </a:ext>
            </a:extLst>
          </p:cNvPr>
          <p:cNvSpPr txBox="1"/>
          <p:nvPr/>
        </p:nvSpPr>
        <p:spPr>
          <a:xfrm>
            <a:off x="1444987" y="1999503"/>
            <a:ext cx="6595109" cy="820419"/>
          </a:xfrm>
          <a:prstGeom prst="rect">
            <a:avLst/>
          </a:prstGeom>
        </p:spPr>
        <p:txBody>
          <a:bodyPr vert="horz" wrap="square" lIns="0" tIns="12700" rIns="0" bIns="0" rtlCol="0">
            <a:spAutoFit/>
          </a:bodyPr>
          <a:lstStyle/>
          <a:p>
            <a:pPr algn="ctr">
              <a:lnSpc>
                <a:spcPct val="100000"/>
              </a:lnSpc>
              <a:spcBef>
                <a:spcPts val="100"/>
              </a:spcBef>
            </a:pPr>
            <a:r>
              <a:rPr sz="2800" b="1" dirty="0">
                <a:solidFill>
                  <a:srgbClr val="0000FF"/>
                </a:solidFill>
                <a:latin typeface="Times New Roman"/>
                <a:cs typeface="Times New Roman"/>
              </a:rPr>
              <a:t>under</a:t>
            </a:r>
            <a:r>
              <a:rPr sz="2800" b="1" spc="-125" dirty="0">
                <a:solidFill>
                  <a:srgbClr val="0000FF"/>
                </a:solidFill>
                <a:latin typeface="Times New Roman"/>
                <a:cs typeface="Times New Roman"/>
              </a:rPr>
              <a:t> </a:t>
            </a:r>
            <a:r>
              <a:rPr sz="2800" b="1" dirty="0">
                <a:solidFill>
                  <a:srgbClr val="0000FF"/>
                </a:solidFill>
                <a:latin typeface="Times New Roman"/>
                <a:cs typeface="Times New Roman"/>
              </a:rPr>
              <a:t>the</a:t>
            </a:r>
            <a:r>
              <a:rPr sz="2800" b="1" spc="-75" dirty="0">
                <a:solidFill>
                  <a:srgbClr val="0000FF"/>
                </a:solidFill>
                <a:latin typeface="Times New Roman"/>
                <a:cs typeface="Times New Roman"/>
              </a:rPr>
              <a:t> </a:t>
            </a:r>
            <a:r>
              <a:rPr sz="2800" b="1" spc="-10" dirty="0">
                <a:solidFill>
                  <a:srgbClr val="0000FF"/>
                </a:solidFill>
                <a:latin typeface="Times New Roman"/>
                <a:cs typeface="Times New Roman"/>
              </a:rPr>
              <a:t>course</a:t>
            </a:r>
            <a:endParaRPr sz="2800" dirty="0">
              <a:latin typeface="Times New Roman"/>
              <a:cs typeface="Times New Roman"/>
            </a:endParaRPr>
          </a:p>
          <a:p>
            <a:pPr algn="ctr">
              <a:lnSpc>
                <a:spcPct val="100000"/>
              </a:lnSpc>
              <a:spcBef>
                <a:spcPts val="15"/>
              </a:spcBef>
            </a:pPr>
            <a:r>
              <a:rPr sz="2400" b="1" dirty="0">
                <a:solidFill>
                  <a:srgbClr val="0000FF"/>
                </a:solidFill>
                <a:latin typeface="Times New Roman"/>
                <a:cs typeface="Times New Roman"/>
              </a:rPr>
              <a:t>Python</a:t>
            </a:r>
            <a:r>
              <a:rPr sz="2400" b="1" spc="-95" dirty="0">
                <a:solidFill>
                  <a:srgbClr val="0000FF"/>
                </a:solidFill>
                <a:latin typeface="Times New Roman"/>
                <a:cs typeface="Times New Roman"/>
              </a:rPr>
              <a:t> </a:t>
            </a:r>
            <a:r>
              <a:rPr sz="2400" b="1" dirty="0">
                <a:solidFill>
                  <a:srgbClr val="0000FF"/>
                </a:solidFill>
                <a:latin typeface="Times New Roman"/>
                <a:cs typeface="Times New Roman"/>
              </a:rPr>
              <a:t>Programming</a:t>
            </a:r>
            <a:r>
              <a:rPr sz="2400" b="1" spc="-90" dirty="0">
                <a:solidFill>
                  <a:srgbClr val="0000FF"/>
                </a:solidFill>
                <a:latin typeface="Times New Roman"/>
                <a:cs typeface="Times New Roman"/>
              </a:rPr>
              <a:t> </a:t>
            </a:r>
            <a:r>
              <a:rPr sz="2400" b="1" dirty="0">
                <a:solidFill>
                  <a:srgbClr val="0000FF"/>
                </a:solidFill>
                <a:latin typeface="Times New Roman"/>
                <a:cs typeface="Times New Roman"/>
              </a:rPr>
              <a:t>Language</a:t>
            </a:r>
            <a:r>
              <a:rPr sz="2400" b="1" spc="-90" dirty="0">
                <a:solidFill>
                  <a:srgbClr val="0000FF"/>
                </a:solidFill>
                <a:latin typeface="Times New Roman"/>
                <a:cs typeface="Times New Roman"/>
              </a:rPr>
              <a:t> </a:t>
            </a:r>
            <a:r>
              <a:rPr sz="2400" b="1" spc="-20" dirty="0">
                <a:solidFill>
                  <a:srgbClr val="0000FF"/>
                </a:solidFill>
                <a:latin typeface="Times New Roman"/>
                <a:cs typeface="Times New Roman"/>
              </a:rPr>
              <a:t>(N-</a:t>
            </a:r>
            <a:r>
              <a:rPr sz="2400" b="1" spc="-10" dirty="0">
                <a:solidFill>
                  <a:srgbClr val="0000FF"/>
                </a:solidFill>
                <a:latin typeface="Times New Roman"/>
                <a:cs typeface="Times New Roman"/>
              </a:rPr>
              <a:t>PCCCM304P)</a:t>
            </a:r>
            <a:endParaRPr sz="2400" dirty="0">
              <a:latin typeface="Times New Roman"/>
              <a:cs typeface="Times New Roman"/>
            </a:endParaRPr>
          </a:p>
        </p:txBody>
      </p:sp>
      <p:sp>
        <p:nvSpPr>
          <p:cNvPr id="10" name="object 4">
            <a:extLst>
              <a:ext uri="{FF2B5EF4-FFF2-40B4-BE49-F238E27FC236}">
                <a16:creationId xmlns:a16="http://schemas.microsoft.com/office/drawing/2014/main" id="{A127ECC0-5FD6-CAB5-36FD-061901F97131}"/>
              </a:ext>
            </a:extLst>
          </p:cNvPr>
          <p:cNvSpPr txBox="1"/>
          <p:nvPr/>
        </p:nvSpPr>
        <p:spPr>
          <a:xfrm>
            <a:off x="730045" y="3182959"/>
            <a:ext cx="3156155" cy="641201"/>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a:cs typeface="Times New Roman"/>
              </a:rPr>
              <a:t>Presented</a:t>
            </a:r>
            <a:r>
              <a:rPr sz="2000" b="1" spc="-105" dirty="0">
                <a:latin typeface="Times New Roman"/>
                <a:cs typeface="Times New Roman"/>
              </a:rPr>
              <a:t> </a:t>
            </a:r>
            <a:r>
              <a:rPr sz="2000" b="1" spc="-25" dirty="0">
                <a:latin typeface="Times New Roman"/>
                <a:cs typeface="Times New Roman"/>
              </a:rPr>
              <a:t>By</a:t>
            </a:r>
            <a:r>
              <a:rPr lang="en-IN" sz="2000" b="1" spc="-25" dirty="0">
                <a:latin typeface="Times New Roman"/>
                <a:cs typeface="Times New Roman"/>
              </a:rPr>
              <a:t>:-</a:t>
            </a:r>
          </a:p>
          <a:p>
            <a:pPr marL="12700">
              <a:lnSpc>
                <a:spcPct val="100000"/>
              </a:lnSpc>
              <a:spcBef>
                <a:spcPts val="100"/>
              </a:spcBef>
            </a:pPr>
            <a:r>
              <a:rPr lang="en-IN" sz="2000" b="1" spc="-25" dirty="0">
                <a:latin typeface="Times New Roman"/>
                <a:cs typeface="Times New Roman"/>
              </a:rPr>
              <a:t>Khushi L. Thakur</a:t>
            </a:r>
          </a:p>
        </p:txBody>
      </p:sp>
      <p:sp>
        <p:nvSpPr>
          <p:cNvPr id="11" name="object 5">
            <a:extLst>
              <a:ext uri="{FF2B5EF4-FFF2-40B4-BE49-F238E27FC236}">
                <a16:creationId xmlns:a16="http://schemas.microsoft.com/office/drawing/2014/main" id="{35A83C5B-335D-24B0-9767-88FD82FA81F8}"/>
              </a:ext>
            </a:extLst>
          </p:cNvPr>
          <p:cNvSpPr txBox="1"/>
          <p:nvPr/>
        </p:nvSpPr>
        <p:spPr>
          <a:xfrm>
            <a:off x="6328341" y="3053623"/>
            <a:ext cx="2219325" cy="939800"/>
          </a:xfrm>
          <a:prstGeom prst="rect">
            <a:avLst/>
          </a:prstGeom>
        </p:spPr>
        <p:txBody>
          <a:bodyPr vert="horz" wrap="square" lIns="0" tIns="12700" rIns="0" bIns="0" rtlCol="0">
            <a:spAutoFit/>
          </a:bodyPr>
          <a:lstStyle/>
          <a:p>
            <a:pPr marL="1004569" marR="5080" indent="-992505">
              <a:lnSpc>
                <a:spcPct val="100000"/>
              </a:lnSpc>
              <a:spcBef>
                <a:spcPts val="100"/>
              </a:spcBef>
            </a:pPr>
            <a:r>
              <a:rPr sz="2000" b="1" dirty="0">
                <a:latin typeface="Times New Roman"/>
                <a:cs typeface="Times New Roman"/>
              </a:rPr>
              <a:t>Under</a:t>
            </a:r>
            <a:r>
              <a:rPr sz="2000" b="1" spc="-85" dirty="0">
                <a:latin typeface="Times New Roman"/>
                <a:cs typeface="Times New Roman"/>
              </a:rPr>
              <a:t> </a:t>
            </a:r>
            <a:r>
              <a:rPr sz="2000" b="1" dirty="0">
                <a:latin typeface="Times New Roman"/>
                <a:cs typeface="Times New Roman"/>
              </a:rPr>
              <a:t>the</a:t>
            </a:r>
            <a:r>
              <a:rPr sz="2000" b="1" spc="-45" dirty="0">
                <a:latin typeface="Times New Roman"/>
                <a:cs typeface="Times New Roman"/>
              </a:rPr>
              <a:t> </a:t>
            </a:r>
            <a:r>
              <a:rPr sz="2000" b="1" spc="-10" dirty="0">
                <a:latin typeface="Times New Roman"/>
                <a:cs typeface="Times New Roman"/>
              </a:rPr>
              <a:t>Guidance </a:t>
            </a:r>
            <a:r>
              <a:rPr sz="2000" b="1" spc="-25" dirty="0">
                <a:latin typeface="Times New Roman"/>
                <a:cs typeface="Times New Roman"/>
              </a:rPr>
              <a:t>of</a:t>
            </a:r>
            <a:endParaRPr sz="2000" dirty="0">
              <a:latin typeface="Times New Roman"/>
              <a:cs typeface="Times New Roman"/>
            </a:endParaRPr>
          </a:p>
          <a:p>
            <a:pPr marL="20955">
              <a:lnSpc>
                <a:spcPct val="100000"/>
              </a:lnSpc>
            </a:pPr>
            <a:r>
              <a:rPr sz="2000" b="1" dirty="0">
                <a:latin typeface="Times New Roman"/>
                <a:cs typeface="Times New Roman"/>
              </a:rPr>
              <a:t>Mrs.</a:t>
            </a:r>
            <a:r>
              <a:rPr sz="2000" b="1" spc="-15" dirty="0">
                <a:latin typeface="Times New Roman"/>
                <a:cs typeface="Times New Roman"/>
              </a:rPr>
              <a:t> </a:t>
            </a:r>
            <a:r>
              <a:rPr sz="2000" b="1" dirty="0">
                <a:latin typeface="Times New Roman"/>
                <a:cs typeface="Times New Roman"/>
              </a:rPr>
              <a:t>Mayuri</a:t>
            </a:r>
            <a:r>
              <a:rPr sz="2000" b="1" spc="-15" dirty="0">
                <a:latin typeface="Times New Roman"/>
                <a:cs typeface="Times New Roman"/>
              </a:rPr>
              <a:t> </a:t>
            </a:r>
            <a:r>
              <a:rPr sz="2000" b="1" spc="-10" dirty="0">
                <a:latin typeface="Times New Roman"/>
                <a:cs typeface="Times New Roman"/>
              </a:rPr>
              <a:t>Getme</a:t>
            </a:r>
            <a:endParaRPr sz="2000" dirty="0">
              <a:latin typeface="Times New Roman"/>
              <a:cs typeface="Times New Roman"/>
            </a:endParaRPr>
          </a:p>
        </p:txBody>
      </p:sp>
      <p:pic>
        <p:nvPicPr>
          <p:cNvPr id="12" name="object 6">
            <a:extLst>
              <a:ext uri="{FF2B5EF4-FFF2-40B4-BE49-F238E27FC236}">
                <a16:creationId xmlns:a16="http://schemas.microsoft.com/office/drawing/2014/main" id="{D06A77FA-E5AB-4A26-D88B-05063DA79D33}"/>
              </a:ext>
            </a:extLst>
          </p:cNvPr>
          <p:cNvPicPr/>
          <p:nvPr/>
        </p:nvPicPr>
        <p:blipFill>
          <a:blip r:embed="rId2" cstate="print"/>
          <a:stretch>
            <a:fillRect/>
          </a:stretch>
        </p:blipFill>
        <p:spPr>
          <a:xfrm>
            <a:off x="3886200" y="3032152"/>
            <a:ext cx="1455566" cy="1024411"/>
          </a:xfrm>
          <a:prstGeom prst="rect">
            <a:avLst/>
          </a:prstGeom>
        </p:spPr>
      </p:pic>
      <p:sp>
        <p:nvSpPr>
          <p:cNvPr id="13" name="object 7">
            <a:extLst>
              <a:ext uri="{FF2B5EF4-FFF2-40B4-BE49-F238E27FC236}">
                <a16:creationId xmlns:a16="http://schemas.microsoft.com/office/drawing/2014/main" id="{D9BE8093-A82C-A6B4-1E7E-9913351FAC9C}"/>
              </a:ext>
            </a:extLst>
          </p:cNvPr>
          <p:cNvSpPr txBox="1"/>
          <p:nvPr/>
        </p:nvSpPr>
        <p:spPr>
          <a:xfrm>
            <a:off x="1140287" y="4419600"/>
            <a:ext cx="7976870" cy="2033905"/>
          </a:xfrm>
          <a:prstGeom prst="rect">
            <a:avLst/>
          </a:prstGeom>
        </p:spPr>
        <p:txBody>
          <a:bodyPr vert="horz" wrap="square" lIns="0" tIns="12700" rIns="0" bIns="0" rtlCol="0">
            <a:spAutoFit/>
          </a:bodyPr>
          <a:lstStyle/>
          <a:p>
            <a:pPr marL="2315210">
              <a:lnSpc>
                <a:spcPct val="100000"/>
              </a:lnSpc>
              <a:spcBef>
                <a:spcPts val="100"/>
              </a:spcBef>
            </a:pPr>
            <a:r>
              <a:rPr sz="2200" b="1" spc="-10" dirty="0">
                <a:latin typeface="Times New Roman"/>
                <a:cs typeface="Times New Roman"/>
              </a:rPr>
              <a:t>Session:2026-</a:t>
            </a:r>
            <a:r>
              <a:rPr sz="2200" b="1" dirty="0">
                <a:latin typeface="Times New Roman"/>
                <a:cs typeface="Times New Roman"/>
              </a:rPr>
              <a:t>27</a:t>
            </a:r>
            <a:r>
              <a:rPr sz="2200" b="1" spc="-55" dirty="0">
                <a:latin typeface="Times New Roman"/>
                <a:cs typeface="Times New Roman"/>
              </a:rPr>
              <a:t> </a:t>
            </a:r>
            <a:r>
              <a:rPr sz="2200" b="1" dirty="0">
                <a:latin typeface="Times New Roman"/>
                <a:cs typeface="Times New Roman"/>
              </a:rPr>
              <a:t>(ODD</a:t>
            </a:r>
            <a:r>
              <a:rPr sz="2200" b="1" spc="-50" dirty="0">
                <a:latin typeface="Times New Roman"/>
                <a:cs typeface="Times New Roman"/>
              </a:rPr>
              <a:t> )</a:t>
            </a:r>
            <a:endParaRPr sz="2200" dirty="0">
              <a:latin typeface="Times New Roman"/>
              <a:cs typeface="Times New Roman"/>
            </a:endParaRPr>
          </a:p>
          <a:p>
            <a:pPr marL="2287905">
              <a:lnSpc>
                <a:spcPct val="100000"/>
              </a:lnSpc>
              <a:spcBef>
                <a:spcPts val="15"/>
              </a:spcBef>
            </a:pPr>
            <a:r>
              <a:rPr sz="1800" b="1" dirty="0">
                <a:latin typeface="Times New Roman"/>
                <a:cs typeface="Times New Roman"/>
              </a:rPr>
              <a:t>Department</a:t>
            </a:r>
            <a:r>
              <a:rPr sz="1800" b="1" spc="-55" dirty="0">
                <a:latin typeface="Times New Roman"/>
                <a:cs typeface="Times New Roman"/>
              </a:rPr>
              <a:t> </a:t>
            </a:r>
            <a:r>
              <a:rPr sz="1800" b="1" dirty="0">
                <a:latin typeface="Times New Roman"/>
                <a:cs typeface="Times New Roman"/>
              </a:rPr>
              <a:t>of</a:t>
            </a:r>
            <a:r>
              <a:rPr sz="1800" b="1" spc="-55" dirty="0">
                <a:latin typeface="Times New Roman"/>
                <a:cs typeface="Times New Roman"/>
              </a:rPr>
              <a:t> </a:t>
            </a:r>
            <a:r>
              <a:rPr sz="1800" b="1" spc="-10" dirty="0">
                <a:latin typeface="Times New Roman"/>
                <a:cs typeface="Times New Roman"/>
              </a:rPr>
              <a:t>CSE(AI&amp;ML)</a:t>
            </a:r>
            <a:endParaRPr sz="1800" dirty="0">
              <a:latin typeface="Times New Roman"/>
              <a:cs typeface="Times New Roman"/>
            </a:endParaRPr>
          </a:p>
          <a:p>
            <a:pPr marL="12700">
              <a:lnSpc>
                <a:spcPts val="2340"/>
              </a:lnSpc>
              <a:spcBef>
                <a:spcPts val="635"/>
              </a:spcBef>
            </a:pPr>
            <a:r>
              <a:rPr sz="2000" b="1" dirty="0">
                <a:latin typeface="Times New Roman"/>
                <a:cs typeface="Times New Roman"/>
              </a:rPr>
              <a:t>S.</a:t>
            </a:r>
            <a:r>
              <a:rPr sz="2000" b="1" spc="-30" dirty="0">
                <a:latin typeface="Times New Roman"/>
                <a:cs typeface="Times New Roman"/>
              </a:rPr>
              <a:t> </a:t>
            </a:r>
            <a:r>
              <a:rPr sz="2000" b="1" dirty="0">
                <a:latin typeface="Times New Roman"/>
                <a:cs typeface="Times New Roman"/>
              </a:rPr>
              <a:t>B.</a:t>
            </a:r>
            <a:r>
              <a:rPr sz="2000" b="1" spc="-15" dirty="0">
                <a:latin typeface="Times New Roman"/>
                <a:cs typeface="Times New Roman"/>
              </a:rPr>
              <a:t> </a:t>
            </a:r>
            <a:r>
              <a:rPr sz="2000" b="1" dirty="0">
                <a:latin typeface="Times New Roman"/>
                <a:cs typeface="Times New Roman"/>
              </a:rPr>
              <a:t>JAIN</a:t>
            </a:r>
            <a:r>
              <a:rPr sz="2000" b="1" spc="-20" dirty="0">
                <a:latin typeface="Times New Roman"/>
                <a:cs typeface="Times New Roman"/>
              </a:rPr>
              <a:t> </a:t>
            </a:r>
            <a:r>
              <a:rPr sz="2000" b="1" spc="-10" dirty="0">
                <a:latin typeface="Times New Roman"/>
                <a:cs typeface="Times New Roman"/>
              </a:rPr>
              <a:t>INSTITUTE</a:t>
            </a:r>
            <a:r>
              <a:rPr sz="2000" b="1" spc="-20" dirty="0">
                <a:latin typeface="Times New Roman"/>
                <a:cs typeface="Times New Roman"/>
              </a:rPr>
              <a:t> </a:t>
            </a:r>
            <a:r>
              <a:rPr sz="2000" b="1" dirty="0">
                <a:latin typeface="Times New Roman"/>
                <a:cs typeface="Times New Roman"/>
              </a:rPr>
              <a:t>OF</a:t>
            </a:r>
            <a:r>
              <a:rPr sz="2000" b="1" spc="-125" dirty="0">
                <a:latin typeface="Times New Roman"/>
                <a:cs typeface="Times New Roman"/>
              </a:rPr>
              <a:t> </a:t>
            </a:r>
            <a:r>
              <a:rPr sz="2000" b="1" spc="-20" dirty="0">
                <a:latin typeface="Times New Roman"/>
                <a:cs typeface="Times New Roman"/>
              </a:rPr>
              <a:t>TECHNOLOGY</a:t>
            </a:r>
            <a:r>
              <a:rPr sz="2000" b="1" spc="-90" dirty="0">
                <a:latin typeface="Times New Roman"/>
                <a:cs typeface="Times New Roman"/>
              </a:rPr>
              <a:t> </a:t>
            </a:r>
            <a:r>
              <a:rPr sz="2000" b="1" spc="-25" dirty="0">
                <a:latin typeface="Times New Roman"/>
                <a:cs typeface="Times New Roman"/>
              </a:rPr>
              <a:t>MANAGEMENT</a:t>
            </a:r>
            <a:r>
              <a:rPr sz="2000" b="1" spc="-150" dirty="0">
                <a:latin typeface="Times New Roman"/>
                <a:cs typeface="Times New Roman"/>
              </a:rPr>
              <a:t> </a:t>
            </a:r>
            <a:r>
              <a:rPr sz="2000" b="1" spc="-25" dirty="0">
                <a:latin typeface="Times New Roman"/>
                <a:cs typeface="Times New Roman"/>
              </a:rPr>
              <a:t>AND</a:t>
            </a:r>
            <a:endParaRPr sz="2000" dirty="0">
              <a:latin typeface="Times New Roman"/>
              <a:cs typeface="Times New Roman"/>
            </a:endParaRPr>
          </a:p>
          <a:p>
            <a:pPr marL="2265045">
              <a:lnSpc>
                <a:spcPts val="2255"/>
              </a:lnSpc>
            </a:pPr>
            <a:r>
              <a:rPr sz="2000" b="1" spc="-10" dirty="0">
                <a:latin typeface="Times New Roman"/>
                <a:cs typeface="Times New Roman"/>
              </a:rPr>
              <a:t>RESEARCH,NAGPUR</a:t>
            </a:r>
            <a:endParaRPr sz="2000" dirty="0">
              <a:latin typeface="Times New Roman"/>
              <a:cs typeface="Times New Roman"/>
            </a:endParaRPr>
          </a:p>
          <a:p>
            <a:pPr marL="481330">
              <a:lnSpc>
                <a:spcPts val="2315"/>
              </a:lnSpc>
            </a:pPr>
            <a:r>
              <a:rPr sz="2000" b="1" spc="-20" dirty="0">
                <a:latin typeface="Times New Roman"/>
                <a:cs typeface="Times New Roman"/>
              </a:rPr>
              <a:t>An</a:t>
            </a:r>
            <a:r>
              <a:rPr sz="2000" b="1" spc="-114" dirty="0">
                <a:latin typeface="Times New Roman"/>
                <a:cs typeface="Times New Roman"/>
              </a:rPr>
              <a:t> </a:t>
            </a:r>
            <a:r>
              <a:rPr sz="2000" b="1" dirty="0">
                <a:latin typeface="Times New Roman"/>
                <a:cs typeface="Times New Roman"/>
              </a:rPr>
              <a:t>Autonomous</a:t>
            </a:r>
            <a:r>
              <a:rPr sz="2000" b="1" spc="-75" dirty="0">
                <a:latin typeface="Times New Roman"/>
                <a:cs typeface="Times New Roman"/>
              </a:rPr>
              <a:t> </a:t>
            </a:r>
            <a:r>
              <a:rPr sz="2000" b="1" dirty="0">
                <a:latin typeface="Times New Roman"/>
                <a:cs typeface="Times New Roman"/>
              </a:rPr>
              <a:t>Institute,</a:t>
            </a:r>
            <a:r>
              <a:rPr sz="2000" b="1" spc="-125" dirty="0">
                <a:latin typeface="Times New Roman"/>
                <a:cs typeface="Times New Roman"/>
              </a:rPr>
              <a:t> </a:t>
            </a:r>
            <a:r>
              <a:rPr sz="2000" b="1" dirty="0">
                <a:latin typeface="Times New Roman"/>
                <a:cs typeface="Times New Roman"/>
              </a:rPr>
              <a:t>Affiliated</a:t>
            </a:r>
            <a:r>
              <a:rPr sz="2000" b="1" spc="-35" dirty="0">
                <a:latin typeface="Times New Roman"/>
                <a:cs typeface="Times New Roman"/>
              </a:rPr>
              <a:t> </a:t>
            </a:r>
            <a:r>
              <a:rPr sz="2000" b="1" dirty="0">
                <a:latin typeface="Times New Roman"/>
                <a:cs typeface="Times New Roman"/>
              </a:rPr>
              <a:t>to</a:t>
            </a:r>
            <a:r>
              <a:rPr sz="2000" b="1" spc="-30" dirty="0">
                <a:latin typeface="Times New Roman"/>
                <a:cs typeface="Times New Roman"/>
              </a:rPr>
              <a:t> </a:t>
            </a:r>
            <a:r>
              <a:rPr sz="2000" b="1" spc="-10" dirty="0">
                <a:latin typeface="Times New Roman"/>
                <a:cs typeface="Times New Roman"/>
              </a:rPr>
              <a:t>RTMNU,</a:t>
            </a:r>
            <a:r>
              <a:rPr sz="2000" b="1" spc="-35" dirty="0">
                <a:latin typeface="Times New Roman"/>
                <a:cs typeface="Times New Roman"/>
              </a:rPr>
              <a:t> </a:t>
            </a:r>
            <a:r>
              <a:rPr sz="2000" b="1" spc="-10" dirty="0">
                <a:latin typeface="Times New Roman"/>
                <a:cs typeface="Times New Roman"/>
              </a:rPr>
              <a:t>Nagpur</a:t>
            </a:r>
            <a:endParaRPr sz="2000" dirty="0">
              <a:latin typeface="Times New Roman"/>
              <a:cs typeface="Times New Roman"/>
            </a:endParaRPr>
          </a:p>
          <a:p>
            <a:pPr marR="5080" algn="r">
              <a:lnSpc>
                <a:spcPct val="100000"/>
              </a:lnSpc>
              <a:spcBef>
                <a:spcPts val="1770"/>
              </a:spcBef>
            </a:pPr>
            <a:r>
              <a:rPr sz="1400" b="1" spc="-50" dirty="0">
                <a:solidFill>
                  <a:srgbClr val="FFFFFF"/>
                </a:solidFill>
                <a:latin typeface="Arial"/>
                <a:cs typeface="Arial"/>
              </a:rPr>
              <a:t>)</a:t>
            </a:r>
            <a:endParaRPr sz="1400" dirty="0">
              <a:latin typeface="Arial"/>
              <a:cs typeface="Arial"/>
            </a:endParaRPr>
          </a:p>
        </p:txBody>
      </p:sp>
      <p:sp>
        <p:nvSpPr>
          <p:cNvPr id="2" name="Rectangle 1">
            <a:extLst>
              <a:ext uri="{FF2B5EF4-FFF2-40B4-BE49-F238E27FC236}">
                <a16:creationId xmlns:a16="http://schemas.microsoft.com/office/drawing/2014/main" id="{5C85789D-7D9E-A731-A994-AB280C259ED8}"/>
              </a:ext>
            </a:extLst>
          </p:cNvPr>
          <p:cNvSpPr/>
          <p:nvPr/>
        </p:nvSpPr>
        <p:spPr>
          <a:xfrm>
            <a:off x="1131543" y="6387225"/>
            <a:ext cx="6572953" cy="1323439"/>
          </a:xfrm>
          <a:prstGeom prst="rect">
            <a:avLst/>
          </a:prstGeom>
          <a:noFill/>
        </p:spPr>
        <p:txBody>
          <a:bodyPr wrap="none" lIns="91440" tIns="45720" rIns="91440" bIns="45720">
            <a:spAutoFit/>
          </a:bodyPr>
          <a:lstStyle/>
          <a:p>
            <a:pPr algn="ctr"/>
            <a:r>
              <a:rPr lang="en-US" sz="2000" dirty="0">
                <a:solidFill>
                  <a:srgbClr val="8B8B8B"/>
                </a:solidFill>
                <a:latin typeface="Cambria"/>
                <a:cs typeface="Cambria"/>
              </a:rPr>
              <a:t>S.</a:t>
            </a:r>
            <a:r>
              <a:rPr lang="en-US" sz="2000" spc="-25" dirty="0">
                <a:solidFill>
                  <a:srgbClr val="8B8B8B"/>
                </a:solidFill>
                <a:latin typeface="Cambria"/>
                <a:cs typeface="Cambria"/>
              </a:rPr>
              <a:t> </a:t>
            </a:r>
            <a:r>
              <a:rPr lang="en-US" sz="2000" dirty="0">
                <a:solidFill>
                  <a:srgbClr val="8B8B8B"/>
                </a:solidFill>
                <a:latin typeface="Cambria"/>
                <a:cs typeface="Cambria"/>
              </a:rPr>
              <a:t>B.</a:t>
            </a:r>
            <a:r>
              <a:rPr lang="en-US" sz="2000" spc="-20" dirty="0">
                <a:solidFill>
                  <a:srgbClr val="8B8B8B"/>
                </a:solidFill>
                <a:latin typeface="Cambria"/>
                <a:cs typeface="Cambria"/>
              </a:rPr>
              <a:t> </a:t>
            </a:r>
            <a:r>
              <a:rPr lang="en-US" sz="2000" dirty="0">
                <a:solidFill>
                  <a:srgbClr val="8B8B8B"/>
                </a:solidFill>
                <a:latin typeface="Cambria"/>
                <a:cs typeface="Cambria"/>
              </a:rPr>
              <a:t>Jain</a:t>
            </a:r>
            <a:r>
              <a:rPr lang="en-US" sz="2000" spc="-20" dirty="0">
                <a:solidFill>
                  <a:srgbClr val="8B8B8B"/>
                </a:solidFill>
                <a:latin typeface="Cambria"/>
                <a:cs typeface="Cambria"/>
              </a:rPr>
              <a:t> </a:t>
            </a:r>
            <a:r>
              <a:rPr lang="en-US" sz="2000" spc="-10" dirty="0">
                <a:solidFill>
                  <a:srgbClr val="8B8B8B"/>
                </a:solidFill>
                <a:latin typeface="Cambria"/>
                <a:cs typeface="Cambria"/>
              </a:rPr>
              <a:t>Institute</a:t>
            </a:r>
            <a:r>
              <a:rPr lang="en-US" sz="2000" spc="-20" dirty="0">
                <a:solidFill>
                  <a:srgbClr val="8B8B8B"/>
                </a:solidFill>
                <a:latin typeface="Cambria"/>
                <a:cs typeface="Cambria"/>
              </a:rPr>
              <a:t> </a:t>
            </a:r>
            <a:r>
              <a:rPr lang="en-US" sz="2000" dirty="0">
                <a:solidFill>
                  <a:srgbClr val="8B8B8B"/>
                </a:solidFill>
                <a:latin typeface="Cambria"/>
                <a:cs typeface="Cambria"/>
              </a:rPr>
              <a:t>of</a:t>
            </a:r>
            <a:r>
              <a:rPr lang="en-US" sz="2000" spc="-20" dirty="0">
                <a:solidFill>
                  <a:srgbClr val="8B8B8B"/>
                </a:solidFill>
                <a:latin typeface="Cambria"/>
                <a:cs typeface="Cambria"/>
              </a:rPr>
              <a:t> Technology </a:t>
            </a:r>
            <a:r>
              <a:rPr lang="en-US" sz="2000" dirty="0">
                <a:solidFill>
                  <a:srgbClr val="8B8B8B"/>
                </a:solidFill>
                <a:latin typeface="Cambria"/>
                <a:cs typeface="Cambria"/>
              </a:rPr>
              <a:t>Management</a:t>
            </a:r>
            <a:r>
              <a:rPr lang="en-US" sz="2000" spc="-20" dirty="0">
                <a:solidFill>
                  <a:srgbClr val="8B8B8B"/>
                </a:solidFill>
                <a:latin typeface="Cambria"/>
                <a:cs typeface="Cambria"/>
              </a:rPr>
              <a:t> </a:t>
            </a:r>
            <a:r>
              <a:rPr lang="en-US" sz="2000" dirty="0">
                <a:solidFill>
                  <a:srgbClr val="8B8B8B"/>
                </a:solidFill>
                <a:latin typeface="Cambria"/>
                <a:cs typeface="Cambria"/>
              </a:rPr>
              <a:t>and</a:t>
            </a:r>
            <a:r>
              <a:rPr lang="en-US" sz="2000" spc="-20" dirty="0">
                <a:solidFill>
                  <a:srgbClr val="8B8B8B"/>
                </a:solidFill>
                <a:latin typeface="Cambria"/>
                <a:cs typeface="Cambria"/>
              </a:rPr>
              <a:t> </a:t>
            </a:r>
            <a:r>
              <a:rPr lang="en-US" sz="2000" spc="-10" dirty="0">
                <a:solidFill>
                  <a:srgbClr val="8B8B8B"/>
                </a:solidFill>
                <a:latin typeface="Cambria"/>
                <a:cs typeface="Cambria"/>
              </a:rPr>
              <a:t>research</a:t>
            </a:r>
            <a:endParaRPr lang="en-US" sz="2000" dirty="0">
              <a:latin typeface="Cambria"/>
              <a:cs typeface="Cambria"/>
            </a:endParaRPr>
          </a:p>
          <a:p>
            <a:pPr algn="ctr"/>
            <a:endParaRPr lang="en-US" sz="2000" b="1" cap="none" spc="50" dirty="0">
              <a:ln w="0"/>
              <a:solidFill>
                <a:schemeClr val="bg2"/>
              </a:solidFill>
              <a:effectLst>
                <a:innerShdw blurRad="63500" dist="50800" dir="13500000">
                  <a:srgbClr val="000000">
                    <a:alpha val="50000"/>
                  </a:srgbClr>
                </a:innerShdw>
              </a:effectLst>
            </a:endParaRPr>
          </a:p>
          <a:p>
            <a:pPr algn="ctr"/>
            <a:endParaRPr lang="en-US" sz="2000" b="1" cap="none" spc="50" dirty="0">
              <a:ln w="0"/>
              <a:solidFill>
                <a:schemeClr val="bg2"/>
              </a:solidFill>
              <a:effectLst>
                <a:innerShdw blurRad="63500" dist="50800" dir="13500000">
                  <a:srgbClr val="000000">
                    <a:alpha val="50000"/>
                  </a:srgbClr>
                </a:innerShdw>
              </a:effectLst>
            </a:endParaRPr>
          </a:p>
          <a:p>
            <a:pPr algn="ctr"/>
            <a:endParaRPr lang="en-US" sz="2000" b="1" cap="none" spc="50" dirty="0">
              <a:ln w="0"/>
              <a:solidFill>
                <a:schemeClr val="bg2"/>
              </a:solidFill>
              <a:effectLst>
                <a:innerShdw blurRad="63500" dist="50800" dir="13500000">
                  <a:srgbClr val="000000">
                    <a:alpha val="50000"/>
                  </a:srgbClr>
                </a:inn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Open book with solid fill">
            <a:extLst>
              <a:ext uri="{FF2B5EF4-FFF2-40B4-BE49-F238E27FC236}">
                <a16:creationId xmlns:a16="http://schemas.microsoft.com/office/drawing/2014/main" id="{A952F763-E7F3-1D1D-522D-B4BDA2DB669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4800" y="228600"/>
            <a:ext cx="914400" cy="9144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4" name="Rectangle 3">
            <a:extLst>
              <a:ext uri="{FF2B5EF4-FFF2-40B4-BE49-F238E27FC236}">
                <a16:creationId xmlns:a16="http://schemas.microsoft.com/office/drawing/2014/main" id="{4A02388C-151A-C752-DA60-C1102D046964}"/>
              </a:ext>
            </a:extLst>
          </p:cNvPr>
          <p:cNvSpPr/>
          <p:nvPr/>
        </p:nvSpPr>
        <p:spPr>
          <a:xfrm>
            <a:off x="1524000" y="270301"/>
            <a:ext cx="4783682" cy="830997"/>
          </a:xfrm>
          <a:prstGeom prst="rect">
            <a:avLst/>
          </a:prstGeom>
          <a:noFill/>
          <a:ln>
            <a:noFill/>
          </a:ln>
          <a:effectLst>
            <a:glow rad="139700">
              <a:schemeClr val="accent3">
                <a:satMod val="175000"/>
                <a:alpha val="40000"/>
              </a:schemeClr>
            </a:glow>
            <a:outerShdw blurRad="50800" dist="38100" dir="5400000" algn="t" rotWithShape="0">
              <a:prstClr val="black">
                <a:alpha val="40000"/>
              </a:prstClr>
            </a:outerShdw>
          </a:effectLst>
          <a:scene3d>
            <a:camera prst="orthographicFront">
              <a:rot lat="0" lon="0" rev="0"/>
            </a:camera>
            <a:lightRig rig="glow" dir="t">
              <a:rot lat="0" lon="0" rev="4800000"/>
            </a:lightRig>
          </a:scene3d>
          <a:sp3d prstMaterial="matte">
            <a:bevelT w="127000" h="63500"/>
          </a:sp3d>
        </p:spPr>
        <p:txBody>
          <a:bodyPr wrap="none" lIns="91440" tIns="45720" rIns="91440" bIns="45720">
            <a:spAutoFit/>
          </a:bodyPr>
          <a:lstStyle/>
          <a:p>
            <a:pPr algn="ctr"/>
            <a:r>
              <a:rPr lang="en-US" sz="4800" dirty="0">
                <a:ln w="0"/>
                <a:solidFill>
                  <a:srgbClr val="FF0000"/>
                </a:solidFill>
                <a:effectLst>
                  <a:glow rad="101600">
                    <a:schemeClr val="accent6">
                      <a:satMod val="175000"/>
                      <a:alpha val="40000"/>
                    </a:schemeClr>
                  </a:glow>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Problem statement</a:t>
            </a:r>
            <a:endParaRPr lang="en-US" sz="4800" b="0" cap="none" spc="0" dirty="0">
              <a:ln w="0"/>
              <a:solidFill>
                <a:srgbClr val="FF0000"/>
              </a:solidFill>
              <a:effectLst>
                <a:glow rad="101600">
                  <a:schemeClr val="accent6">
                    <a:satMod val="175000"/>
                    <a:alpha val="40000"/>
                  </a:schemeClr>
                </a:glow>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178F81D0-D0E1-6B01-6389-004EA64A742C}"/>
              </a:ext>
            </a:extLst>
          </p:cNvPr>
          <p:cNvSpPr/>
          <p:nvPr/>
        </p:nvSpPr>
        <p:spPr>
          <a:xfrm>
            <a:off x="644013" y="1757534"/>
            <a:ext cx="8077200" cy="4108817"/>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lIns="91440" tIns="45720" rIns="91440" bIns="45720">
            <a:spAutoFit/>
          </a:bodyPr>
          <a:lstStyle/>
          <a:p>
            <a:pPr algn="just">
              <a:lnSpc>
                <a:spcPct val="150000"/>
              </a:lnSpc>
            </a:pPr>
            <a:r>
              <a:rPr lang="en-IN" dirty="0">
                <a:latin typeface="Times New Roman" panose="02020603050405020304" pitchFamily="18" charset="0"/>
                <a:cs typeface="Times New Roman" panose="02020603050405020304" pitchFamily="18" charset="0"/>
              </a:rPr>
              <a:t>Finding the meaning, pronunciation, synonyms, antonyms, and example sentences of English words manually can be time-consuming. Users may also enter words with incorrect spellings while searching.</a:t>
            </a:r>
          </a:p>
          <a:p>
            <a:pPr algn="just">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The aim of this project is to develop a simple </a:t>
            </a:r>
            <a:r>
              <a:rPr lang="en-IN" b="1" dirty="0">
                <a:latin typeface="Times New Roman" panose="02020603050405020304" pitchFamily="18" charset="0"/>
                <a:cs typeface="Times New Roman" panose="02020603050405020304" pitchFamily="18" charset="0"/>
              </a:rPr>
              <a:t>English Dictionary Application using Python and a Dictionary API</a:t>
            </a:r>
            <a:r>
              <a:rPr lang="en-IN" dirty="0">
                <a:latin typeface="Times New Roman" panose="02020603050405020304" pitchFamily="18" charset="0"/>
                <a:cs typeface="Times New Roman" panose="02020603050405020304" pitchFamily="18" charset="0"/>
              </a:rPr>
              <a:t>. The application allows users to enter any English word and retrieve its meaning, pronunciation, synonyms, antonyms, and example sentences. It also provides suggestions for misspelled words and maintains the user's search history.</a:t>
            </a:r>
          </a:p>
          <a:p>
            <a:pPr algn="ctr"/>
            <a:endParaRPr lang="en-US" b="0" cap="none" spc="0" dirty="0">
              <a:ln w="0"/>
              <a:solidFill>
                <a:schemeClr val="tx1"/>
              </a:solidFill>
              <a:effectLst>
                <a:outerShdw blurRad="38100" dist="19050" dir="2700000" algn="tl" rotWithShape="0">
                  <a:schemeClr val="dk1">
                    <a:alpha val="40000"/>
                  </a:schemeClr>
                </a:outerShdw>
              </a:effectLst>
            </a:endParaRPr>
          </a:p>
        </p:txBody>
      </p:sp>
      <p:sp>
        <p:nvSpPr>
          <p:cNvPr id="6" name="Arrow: Right 5">
            <a:extLst>
              <a:ext uri="{FF2B5EF4-FFF2-40B4-BE49-F238E27FC236}">
                <a16:creationId xmlns:a16="http://schemas.microsoft.com/office/drawing/2014/main" id="{04CE9DD5-C4DB-9E79-117D-E80707292F8D}"/>
              </a:ext>
            </a:extLst>
          </p:cNvPr>
          <p:cNvSpPr/>
          <p:nvPr/>
        </p:nvSpPr>
        <p:spPr>
          <a:xfrm>
            <a:off x="270387" y="1905000"/>
            <a:ext cx="304800" cy="228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FE49A688-8F0C-3611-7C6B-5FF75716BDE8}"/>
              </a:ext>
            </a:extLst>
          </p:cNvPr>
          <p:cNvSpPr/>
          <p:nvPr/>
        </p:nvSpPr>
        <p:spPr>
          <a:xfrm>
            <a:off x="838200" y="6324600"/>
            <a:ext cx="6572953" cy="1323439"/>
          </a:xfrm>
          <a:prstGeom prst="rect">
            <a:avLst/>
          </a:prstGeom>
          <a:noFill/>
        </p:spPr>
        <p:txBody>
          <a:bodyPr wrap="none" lIns="91440" tIns="45720" rIns="91440" bIns="45720">
            <a:spAutoFit/>
          </a:bodyPr>
          <a:lstStyle/>
          <a:p>
            <a:pPr algn="ctr"/>
            <a:r>
              <a:rPr lang="en-US" sz="2000" dirty="0">
                <a:solidFill>
                  <a:srgbClr val="8B8B8B"/>
                </a:solidFill>
                <a:latin typeface="Cambria"/>
                <a:cs typeface="Cambria"/>
              </a:rPr>
              <a:t>S.</a:t>
            </a:r>
            <a:r>
              <a:rPr lang="en-US" sz="2000" spc="-25" dirty="0">
                <a:solidFill>
                  <a:srgbClr val="8B8B8B"/>
                </a:solidFill>
                <a:latin typeface="Cambria"/>
                <a:cs typeface="Cambria"/>
              </a:rPr>
              <a:t> </a:t>
            </a:r>
            <a:r>
              <a:rPr lang="en-US" sz="2000" dirty="0">
                <a:solidFill>
                  <a:srgbClr val="8B8B8B"/>
                </a:solidFill>
                <a:latin typeface="Cambria"/>
                <a:cs typeface="Cambria"/>
              </a:rPr>
              <a:t>B.</a:t>
            </a:r>
            <a:r>
              <a:rPr lang="en-US" sz="2000" spc="-20" dirty="0">
                <a:solidFill>
                  <a:srgbClr val="8B8B8B"/>
                </a:solidFill>
                <a:latin typeface="Cambria"/>
                <a:cs typeface="Cambria"/>
              </a:rPr>
              <a:t> </a:t>
            </a:r>
            <a:r>
              <a:rPr lang="en-US" sz="2000" dirty="0">
                <a:solidFill>
                  <a:srgbClr val="8B8B8B"/>
                </a:solidFill>
                <a:latin typeface="Cambria"/>
                <a:cs typeface="Cambria"/>
              </a:rPr>
              <a:t>Jain</a:t>
            </a:r>
            <a:r>
              <a:rPr lang="en-US" sz="2000" spc="-20" dirty="0">
                <a:solidFill>
                  <a:srgbClr val="8B8B8B"/>
                </a:solidFill>
                <a:latin typeface="Cambria"/>
                <a:cs typeface="Cambria"/>
              </a:rPr>
              <a:t> </a:t>
            </a:r>
            <a:r>
              <a:rPr lang="en-US" sz="2000" spc="-10" dirty="0">
                <a:solidFill>
                  <a:srgbClr val="8B8B8B"/>
                </a:solidFill>
                <a:latin typeface="Cambria"/>
                <a:cs typeface="Cambria"/>
              </a:rPr>
              <a:t>Institute</a:t>
            </a:r>
            <a:r>
              <a:rPr lang="en-US" sz="2000" spc="-20" dirty="0">
                <a:solidFill>
                  <a:srgbClr val="8B8B8B"/>
                </a:solidFill>
                <a:latin typeface="Cambria"/>
                <a:cs typeface="Cambria"/>
              </a:rPr>
              <a:t> </a:t>
            </a:r>
            <a:r>
              <a:rPr lang="en-US" sz="2000" dirty="0">
                <a:solidFill>
                  <a:srgbClr val="8B8B8B"/>
                </a:solidFill>
                <a:latin typeface="Cambria"/>
                <a:cs typeface="Cambria"/>
              </a:rPr>
              <a:t>of</a:t>
            </a:r>
            <a:r>
              <a:rPr lang="en-US" sz="2000" spc="-20" dirty="0">
                <a:solidFill>
                  <a:srgbClr val="8B8B8B"/>
                </a:solidFill>
                <a:latin typeface="Cambria"/>
                <a:cs typeface="Cambria"/>
              </a:rPr>
              <a:t> Technology </a:t>
            </a:r>
            <a:r>
              <a:rPr lang="en-US" sz="2000" dirty="0">
                <a:solidFill>
                  <a:srgbClr val="8B8B8B"/>
                </a:solidFill>
                <a:latin typeface="Cambria"/>
                <a:cs typeface="Cambria"/>
              </a:rPr>
              <a:t>Management</a:t>
            </a:r>
            <a:r>
              <a:rPr lang="en-US" sz="2000" spc="-20" dirty="0">
                <a:solidFill>
                  <a:srgbClr val="8B8B8B"/>
                </a:solidFill>
                <a:latin typeface="Cambria"/>
                <a:cs typeface="Cambria"/>
              </a:rPr>
              <a:t> </a:t>
            </a:r>
            <a:r>
              <a:rPr lang="en-US" sz="2000" dirty="0">
                <a:solidFill>
                  <a:srgbClr val="8B8B8B"/>
                </a:solidFill>
                <a:latin typeface="Cambria"/>
                <a:cs typeface="Cambria"/>
              </a:rPr>
              <a:t>and</a:t>
            </a:r>
            <a:r>
              <a:rPr lang="en-US" sz="2000" spc="-20" dirty="0">
                <a:solidFill>
                  <a:srgbClr val="8B8B8B"/>
                </a:solidFill>
                <a:latin typeface="Cambria"/>
                <a:cs typeface="Cambria"/>
              </a:rPr>
              <a:t> </a:t>
            </a:r>
            <a:r>
              <a:rPr lang="en-US" sz="2000" spc="-10" dirty="0">
                <a:solidFill>
                  <a:srgbClr val="8B8B8B"/>
                </a:solidFill>
                <a:latin typeface="Cambria"/>
                <a:cs typeface="Cambria"/>
              </a:rPr>
              <a:t>research</a:t>
            </a:r>
            <a:endParaRPr lang="en-US" sz="2000" dirty="0">
              <a:latin typeface="Cambria"/>
              <a:cs typeface="Cambria"/>
            </a:endParaRPr>
          </a:p>
          <a:p>
            <a:pPr algn="ctr"/>
            <a:endParaRPr lang="en-US" sz="2000" b="1" cap="none" spc="50" dirty="0">
              <a:ln w="0"/>
              <a:solidFill>
                <a:schemeClr val="bg2"/>
              </a:solidFill>
              <a:effectLst>
                <a:innerShdw blurRad="63500" dist="50800" dir="13500000">
                  <a:srgbClr val="000000">
                    <a:alpha val="50000"/>
                  </a:srgbClr>
                </a:innerShdw>
              </a:effectLst>
            </a:endParaRPr>
          </a:p>
          <a:p>
            <a:pPr algn="ctr"/>
            <a:endParaRPr lang="en-US" sz="2000" b="1" cap="none" spc="50" dirty="0">
              <a:ln w="0"/>
              <a:solidFill>
                <a:schemeClr val="bg2"/>
              </a:solidFill>
              <a:effectLst>
                <a:innerShdw blurRad="63500" dist="50800" dir="13500000">
                  <a:srgbClr val="000000">
                    <a:alpha val="50000"/>
                  </a:srgbClr>
                </a:innerShdw>
              </a:effectLst>
            </a:endParaRPr>
          </a:p>
          <a:p>
            <a:pPr algn="ctr"/>
            <a:endParaRPr lang="en-US" sz="2000" b="1" cap="none" spc="50" dirty="0">
              <a:ln w="0"/>
              <a:solidFill>
                <a:schemeClr val="bg2"/>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1935123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Target with solid fill">
            <a:extLst>
              <a:ext uri="{FF2B5EF4-FFF2-40B4-BE49-F238E27FC236}">
                <a16:creationId xmlns:a16="http://schemas.microsoft.com/office/drawing/2014/main" id="{16B09FB0-B916-AD9D-1AE7-C1E5BE820C2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00200" y="120992"/>
            <a:ext cx="769441" cy="769441"/>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4" name="Rectangle 3">
            <a:extLst>
              <a:ext uri="{FF2B5EF4-FFF2-40B4-BE49-F238E27FC236}">
                <a16:creationId xmlns:a16="http://schemas.microsoft.com/office/drawing/2014/main" id="{570CB021-D329-A056-EF5C-9A85FBE82614}"/>
              </a:ext>
            </a:extLst>
          </p:cNvPr>
          <p:cNvSpPr/>
          <p:nvPr/>
        </p:nvSpPr>
        <p:spPr>
          <a:xfrm>
            <a:off x="2547404" y="111160"/>
            <a:ext cx="2597186" cy="769441"/>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91440" tIns="45720" rIns="91440" bIns="45720">
            <a:spAutoFit/>
          </a:bodyPr>
          <a:lstStyle/>
          <a:p>
            <a:pPr algn="ctr"/>
            <a:r>
              <a:rPr lang="en-US" sz="4400" b="0" cap="none" spc="0" dirty="0">
                <a:ln w="0"/>
                <a:solidFill>
                  <a:srgbClr val="FF0000"/>
                </a:solidFill>
                <a:effectLst>
                  <a:glow rad="101600">
                    <a:schemeClr val="accent6">
                      <a:satMod val="175000"/>
                      <a:alpha val="40000"/>
                    </a:schemeClr>
                  </a:glow>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Objecti</a:t>
            </a:r>
            <a:r>
              <a:rPr lang="en-US" sz="4400" dirty="0">
                <a:ln w="0"/>
                <a:solidFill>
                  <a:srgbClr val="FF0000"/>
                </a:solidFill>
                <a:effectLst>
                  <a:glow rad="101600">
                    <a:schemeClr val="accent6">
                      <a:satMod val="175000"/>
                      <a:alpha val="40000"/>
                    </a:schemeClr>
                  </a:glow>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ves</a:t>
            </a:r>
            <a:endParaRPr lang="en-US" sz="4400" b="0" cap="none" spc="0" dirty="0">
              <a:ln w="0"/>
              <a:solidFill>
                <a:srgbClr val="FF0000"/>
              </a:solidFill>
              <a:effectLst>
                <a:glow rad="101600">
                  <a:schemeClr val="accent6">
                    <a:satMod val="175000"/>
                    <a:alpha val="40000"/>
                  </a:schemeClr>
                </a:glow>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5D34764E-42F4-3CC4-1437-3E69C19FC84E}"/>
              </a:ext>
            </a:extLst>
          </p:cNvPr>
          <p:cNvSpPr/>
          <p:nvPr/>
        </p:nvSpPr>
        <p:spPr>
          <a:xfrm>
            <a:off x="690168" y="1087189"/>
            <a:ext cx="8052204" cy="5770811"/>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91440" tIns="45720" rIns="91440" bIns="45720">
            <a:spAutoFit/>
          </a:bodyPr>
          <a:lstStyle/>
          <a:p>
            <a:pPr marL="285750" lvl="0" indent="-285750">
              <a:lnSpc>
                <a:spcPct val="150000"/>
              </a:lnSpc>
              <a:buFont typeface="Wingdings" panose="05000000000000000000" pitchFamily="2" charset="2"/>
              <a:buChar char="Ø"/>
            </a:pPr>
            <a:r>
              <a:rPr lang="en-IN" dirty="0"/>
              <a:t>To develop an English Dictionary Application using Python.</a:t>
            </a:r>
          </a:p>
          <a:p>
            <a:pPr marL="285750" lvl="0" indent="-285750">
              <a:lnSpc>
                <a:spcPct val="150000"/>
              </a:lnSpc>
              <a:buFont typeface="Wingdings" panose="05000000000000000000" pitchFamily="2" charset="2"/>
              <a:buChar char="Ø"/>
            </a:pPr>
            <a:r>
              <a:rPr lang="en-IN" dirty="0"/>
              <a:t>To integrate a Dictionary API with the Python application.</a:t>
            </a:r>
          </a:p>
          <a:p>
            <a:pPr marL="285750" lvl="0" indent="-285750">
              <a:lnSpc>
                <a:spcPct val="150000"/>
              </a:lnSpc>
              <a:buFont typeface="Wingdings" panose="05000000000000000000" pitchFamily="2" charset="2"/>
              <a:buChar char="Ø"/>
            </a:pPr>
            <a:r>
              <a:rPr lang="en-IN" dirty="0"/>
              <a:t>To allow users to search for English words easily.</a:t>
            </a:r>
          </a:p>
          <a:p>
            <a:pPr marL="285750" lvl="0" indent="-285750">
              <a:lnSpc>
                <a:spcPct val="150000"/>
              </a:lnSpc>
              <a:buFont typeface="Wingdings" panose="05000000000000000000" pitchFamily="2" charset="2"/>
              <a:buChar char="Ø"/>
            </a:pPr>
            <a:r>
              <a:rPr lang="en-IN" dirty="0"/>
              <a:t>To display the meaning of the searched word.</a:t>
            </a:r>
          </a:p>
          <a:p>
            <a:pPr marL="285750" lvl="0" indent="-285750">
              <a:lnSpc>
                <a:spcPct val="150000"/>
              </a:lnSpc>
              <a:buFont typeface="Wingdings" panose="05000000000000000000" pitchFamily="2" charset="2"/>
              <a:buChar char="Ø"/>
            </a:pPr>
            <a:r>
              <a:rPr lang="en-IN" dirty="0"/>
              <a:t>To display the pronunciation of the word.</a:t>
            </a:r>
          </a:p>
          <a:p>
            <a:pPr marL="285750" lvl="0" indent="-285750">
              <a:lnSpc>
                <a:spcPct val="150000"/>
              </a:lnSpc>
              <a:buFont typeface="Wingdings" panose="05000000000000000000" pitchFamily="2" charset="2"/>
              <a:buChar char="Ø"/>
            </a:pPr>
            <a:r>
              <a:rPr lang="en-IN" dirty="0"/>
              <a:t>To provide synonyms and antonyms of the searched word.</a:t>
            </a:r>
          </a:p>
          <a:p>
            <a:pPr marL="285750" lvl="0" indent="-285750">
              <a:lnSpc>
                <a:spcPct val="150000"/>
              </a:lnSpc>
              <a:buFont typeface="Wingdings" panose="05000000000000000000" pitchFamily="2" charset="2"/>
              <a:buChar char="Ø"/>
            </a:pPr>
            <a:r>
              <a:rPr lang="en-IN" dirty="0"/>
              <a:t>To display example sentences for better understanding.</a:t>
            </a:r>
          </a:p>
          <a:p>
            <a:pPr marL="285750" lvl="0" indent="-285750">
              <a:lnSpc>
                <a:spcPct val="150000"/>
              </a:lnSpc>
              <a:buFont typeface="Wingdings" panose="05000000000000000000" pitchFamily="2" charset="2"/>
              <a:buChar char="Ø"/>
            </a:pPr>
            <a:r>
              <a:rPr lang="en-IN" dirty="0"/>
              <a:t>To provide suggestions for incorrectly spelled words.</a:t>
            </a:r>
          </a:p>
          <a:p>
            <a:pPr marL="285750" lvl="0" indent="-285750">
              <a:lnSpc>
                <a:spcPct val="150000"/>
              </a:lnSpc>
              <a:buFont typeface="Wingdings" panose="05000000000000000000" pitchFamily="2" charset="2"/>
              <a:buChar char="Ø"/>
            </a:pPr>
            <a:r>
              <a:rPr lang="en-IN" dirty="0"/>
              <a:t>To use Python concepts such as functions, loops, lists, dictionaries, </a:t>
            </a:r>
          </a:p>
          <a:p>
            <a:pPr lvl="0">
              <a:lnSpc>
                <a:spcPct val="150000"/>
              </a:lnSpc>
            </a:pPr>
            <a:r>
              <a:rPr lang="en-IN" dirty="0"/>
              <a:t>     and conditional statements.</a:t>
            </a:r>
          </a:p>
          <a:p>
            <a:pPr marL="285750" lvl="0" indent="-285750">
              <a:lnSpc>
                <a:spcPct val="150000"/>
              </a:lnSpc>
              <a:buFont typeface="Wingdings" panose="05000000000000000000" pitchFamily="2" charset="2"/>
              <a:buChar char="Ø"/>
            </a:pPr>
            <a:r>
              <a:rPr lang="en-IN" dirty="0"/>
              <a:t>To use file handling for maintaining search history.</a:t>
            </a:r>
          </a:p>
          <a:p>
            <a:pPr marL="285750" lvl="0" indent="-285750">
              <a:lnSpc>
                <a:spcPct val="150000"/>
              </a:lnSpc>
              <a:buFont typeface="Wingdings" panose="05000000000000000000" pitchFamily="2" charset="2"/>
              <a:buChar char="Ø"/>
            </a:pPr>
            <a:r>
              <a:rPr lang="en-IN" dirty="0"/>
              <a:t>To handle errors such as invalid words, network problems, and API errors.</a:t>
            </a:r>
          </a:p>
          <a:p>
            <a:pPr marL="285750" lvl="0" indent="-285750">
              <a:lnSpc>
                <a:spcPct val="150000"/>
              </a:lnSpc>
              <a:buFont typeface="Wingdings" panose="05000000000000000000" pitchFamily="2" charset="2"/>
              <a:buChar char="Ø"/>
            </a:pPr>
            <a:r>
              <a:rPr lang="en-IN" dirty="0"/>
              <a:t>To provide a simple and user-friendly interface.</a:t>
            </a:r>
          </a:p>
          <a:p>
            <a:pPr algn="ct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 name="Arrow: Right 5">
            <a:extLst>
              <a:ext uri="{FF2B5EF4-FFF2-40B4-BE49-F238E27FC236}">
                <a16:creationId xmlns:a16="http://schemas.microsoft.com/office/drawing/2014/main" id="{2031847F-5C60-21AA-0E7E-934093485D36}"/>
              </a:ext>
            </a:extLst>
          </p:cNvPr>
          <p:cNvSpPr/>
          <p:nvPr/>
        </p:nvSpPr>
        <p:spPr>
          <a:xfrm>
            <a:off x="306984" y="1288026"/>
            <a:ext cx="304800" cy="2286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060E3BED-5D66-E6D1-B304-863445294D2F}"/>
              </a:ext>
            </a:extLst>
          </p:cNvPr>
          <p:cNvSpPr/>
          <p:nvPr/>
        </p:nvSpPr>
        <p:spPr>
          <a:xfrm>
            <a:off x="1066800" y="6393036"/>
            <a:ext cx="6572953" cy="1323439"/>
          </a:xfrm>
          <a:prstGeom prst="rect">
            <a:avLst/>
          </a:prstGeom>
          <a:noFill/>
        </p:spPr>
        <p:txBody>
          <a:bodyPr wrap="none" lIns="91440" tIns="45720" rIns="91440" bIns="45720">
            <a:spAutoFit/>
          </a:bodyPr>
          <a:lstStyle/>
          <a:p>
            <a:pPr algn="ctr"/>
            <a:r>
              <a:rPr lang="en-US" sz="2000" dirty="0">
                <a:solidFill>
                  <a:srgbClr val="8B8B8B"/>
                </a:solidFill>
                <a:latin typeface="Cambria"/>
                <a:cs typeface="Cambria"/>
              </a:rPr>
              <a:t>S.</a:t>
            </a:r>
            <a:r>
              <a:rPr lang="en-US" sz="2000" spc="-25" dirty="0">
                <a:solidFill>
                  <a:srgbClr val="8B8B8B"/>
                </a:solidFill>
                <a:latin typeface="Cambria"/>
                <a:cs typeface="Cambria"/>
              </a:rPr>
              <a:t> </a:t>
            </a:r>
            <a:r>
              <a:rPr lang="en-US" sz="2000" dirty="0">
                <a:solidFill>
                  <a:srgbClr val="8B8B8B"/>
                </a:solidFill>
                <a:latin typeface="Cambria"/>
                <a:cs typeface="Cambria"/>
              </a:rPr>
              <a:t>B.</a:t>
            </a:r>
            <a:r>
              <a:rPr lang="en-US" sz="2000" spc="-20" dirty="0">
                <a:solidFill>
                  <a:srgbClr val="8B8B8B"/>
                </a:solidFill>
                <a:latin typeface="Cambria"/>
                <a:cs typeface="Cambria"/>
              </a:rPr>
              <a:t> </a:t>
            </a:r>
            <a:r>
              <a:rPr lang="en-US" sz="2000" dirty="0">
                <a:solidFill>
                  <a:srgbClr val="8B8B8B"/>
                </a:solidFill>
                <a:latin typeface="Cambria"/>
                <a:cs typeface="Cambria"/>
              </a:rPr>
              <a:t>Jain</a:t>
            </a:r>
            <a:r>
              <a:rPr lang="en-US" sz="2000" spc="-20" dirty="0">
                <a:solidFill>
                  <a:srgbClr val="8B8B8B"/>
                </a:solidFill>
                <a:latin typeface="Cambria"/>
                <a:cs typeface="Cambria"/>
              </a:rPr>
              <a:t> </a:t>
            </a:r>
            <a:r>
              <a:rPr lang="en-US" sz="2000" spc="-10" dirty="0">
                <a:solidFill>
                  <a:srgbClr val="8B8B8B"/>
                </a:solidFill>
                <a:latin typeface="Cambria"/>
                <a:cs typeface="Cambria"/>
              </a:rPr>
              <a:t>Institute</a:t>
            </a:r>
            <a:r>
              <a:rPr lang="en-US" sz="2000" spc="-20" dirty="0">
                <a:solidFill>
                  <a:srgbClr val="8B8B8B"/>
                </a:solidFill>
                <a:latin typeface="Cambria"/>
                <a:cs typeface="Cambria"/>
              </a:rPr>
              <a:t> </a:t>
            </a:r>
            <a:r>
              <a:rPr lang="en-US" sz="2000" dirty="0">
                <a:solidFill>
                  <a:srgbClr val="8B8B8B"/>
                </a:solidFill>
                <a:latin typeface="Cambria"/>
                <a:cs typeface="Cambria"/>
              </a:rPr>
              <a:t>of</a:t>
            </a:r>
            <a:r>
              <a:rPr lang="en-US" sz="2000" spc="-20" dirty="0">
                <a:solidFill>
                  <a:srgbClr val="8B8B8B"/>
                </a:solidFill>
                <a:latin typeface="Cambria"/>
                <a:cs typeface="Cambria"/>
              </a:rPr>
              <a:t> Technology </a:t>
            </a:r>
            <a:r>
              <a:rPr lang="en-US" sz="2000" dirty="0">
                <a:solidFill>
                  <a:srgbClr val="8B8B8B"/>
                </a:solidFill>
                <a:latin typeface="Cambria"/>
                <a:cs typeface="Cambria"/>
              </a:rPr>
              <a:t>Management</a:t>
            </a:r>
            <a:r>
              <a:rPr lang="en-US" sz="2000" spc="-20" dirty="0">
                <a:solidFill>
                  <a:srgbClr val="8B8B8B"/>
                </a:solidFill>
                <a:latin typeface="Cambria"/>
                <a:cs typeface="Cambria"/>
              </a:rPr>
              <a:t> </a:t>
            </a:r>
            <a:r>
              <a:rPr lang="en-US" sz="2000" dirty="0">
                <a:solidFill>
                  <a:srgbClr val="8B8B8B"/>
                </a:solidFill>
                <a:latin typeface="Cambria"/>
                <a:cs typeface="Cambria"/>
              </a:rPr>
              <a:t>and</a:t>
            </a:r>
            <a:r>
              <a:rPr lang="en-US" sz="2000" spc="-20" dirty="0">
                <a:solidFill>
                  <a:srgbClr val="8B8B8B"/>
                </a:solidFill>
                <a:latin typeface="Cambria"/>
                <a:cs typeface="Cambria"/>
              </a:rPr>
              <a:t> </a:t>
            </a:r>
            <a:r>
              <a:rPr lang="en-US" sz="2000" spc="-10" dirty="0">
                <a:solidFill>
                  <a:srgbClr val="8B8B8B"/>
                </a:solidFill>
                <a:latin typeface="Cambria"/>
                <a:cs typeface="Cambria"/>
              </a:rPr>
              <a:t>research</a:t>
            </a:r>
            <a:endParaRPr lang="en-US" sz="2000" dirty="0">
              <a:latin typeface="Cambria"/>
              <a:cs typeface="Cambria"/>
            </a:endParaRPr>
          </a:p>
          <a:p>
            <a:pPr algn="ctr"/>
            <a:endParaRPr lang="en-US" sz="2000" b="1" cap="none" spc="50" dirty="0">
              <a:ln w="0"/>
              <a:solidFill>
                <a:schemeClr val="bg2"/>
              </a:solidFill>
              <a:effectLst>
                <a:innerShdw blurRad="63500" dist="50800" dir="13500000">
                  <a:srgbClr val="000000">
                    <a:alpha val="50000"/>
                  </a:srgbClr>
                </a:innerShdw>
              </a:effectLst>
            </a:endParaRPr>
          </a:p>
          <a:p>
            <a:pPr algn="ctr"/>
            <a:endParaRPr lang="en-US" sz="2000" b="1" cap="none" spc="50" dirty="0">
              <a:ln w="0"/>
              <a:solidFill>
                <a:schemeClr val="bg2"/>
              </a:solidFill>
              <a:effectLst>
                <a:innerShdw blurRad="63500" dist="50800" dir="13500000">
                  <a:srgbClr val="000000">
                    <a:alpha val="50000"/>
                  </a:srgbClr>
                </a:innerShdw>
              </a:effectLst>
            </a:endParaRPr>
          </a:p>
          <a:p>
            <a:pPr algn="ctr"/>
            <a:endParaRPr lang="en-US" sz="2000" b="1" cap="none" spc="50" dirty="0">
              <a:ln w="0"/>
              <a:solidFill>
                <a:schemeClr val="bg2"/>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65232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60B5C6-C141-1B76-34ED-805F336A288D}"/>
              </a:ext>
            </a:extLst>
          </p:cNvPr>
          <p:cNvSpPr txBox="1"/>
          <p:nvPr/>
        </p:nvSpPr>
        <p:spPr>
          <a:xfrm>
            <a:off x="2695611" y="3709790"/>
            <a:ext cx="1207008" cy="502920"/>
          </a:xfrm>
          <a:prstGeom prst="rect">
            <a:avLst/>
          </a:prstGeom>
          <a:noFill/>
        </p:spPr>
        <p:txBody>
          <a:bodyPr wrap="square" anchor="ctr">
            <a:spAutoFit/>
          </a:bodyPr>
          <a:lstStyle/>
          <a:p>
            <a:pPr algn="ctr">
              <a:defRPr sz="1100" b="1">
                <a:solidFill>
                  <a:srgbClr val="F5F8FC"/>
                </a:solidFill>
                <a:latin typeface="Aptos"/>
              </a:defRPr>
            </a:pPr>
            <a:r>
              <a:t>SELECT OPERATION</a:t>
            </a:r>
          </a:p>
        </p:txBody>
      </p:sp>
      <p:sp>
        <p:nvSpPr>
          <p:cNvPr id="8" name="TextBox 7">
            <a:extLst>
              <a:ext uri="{FF2B5EF4-FFF2-40B4-BE49-F238E27FC236}">
                <a16:creationId xmlns:a16="http://schemas.microsoft.com/office/drawing/2014/main" id="{6147D874-0126-8A7C-D905-7931DCD48798}"/>
              </a:ext>
            </a:extLst>
          </p:cNvPr>
          <p:cNvSpPr txBox="1"/>
          <p:nvPr/>
        </p:nvSpPr>
        <p:spPr>
          <a:xfrm>
            <a:off x="4291584" y="3592588"/>
            <a:ext cx="1207008" cy="600164"/>
          </a:xfrm>
          <a:prstGeom prst="rect">
            <a:avLst/>
          </a:prstGeom>
          <a:noFill/>
        </p:spPr>
        <p:txBody>
          <a:bodyPr wrap="square" anchor="ctr">
            <a:spAutoFit/>
          </a:bodyPr>
          <a:lstStyle/>
          <a:p>
            <a:pPr algn="ctr">
              <a:defRPr sz="1100" b="1">
                <a:solidFill>
                  <a:srgbClr val="F5F8FC"/>
                </a:solidFill>
                <a:latin typeface="Aptos"/>
              </a:defRPr>
            </a:pPr>
            <a:r>
              <a:rPr dirty="0"/>
              <a:t>UP</a:t>
            </a:r>
            <a:endParaRPr lang="en-US" dirty="0"/>
          </a:p>
          <a:p>
            <a:pPr algn="ctr">
              <a:defRPr sz="1100" b="1">
                <a:solidFill>
                  <a:srgbClr val="F5F8FC"/>
                </a:solidFill>
                <a:latin typeface="Aptos"/>
              </a:defRPr>
            </a:pPr>
            <a:endParaRPr lang="en-IN" dirty="0"/>
          </a:p>
          <a:p>
            <a:pPr algn="ctr">
              <a:defRPr sz="1100" b="1">
                <a:solidFill>
                  <a:srgbClr val="F5F8FC"/>
                </a:solidFill>
                <a:latin typeface="Aptos"/>
              </a:defRPr>
            </a:pPr>
            <a:r>
              <a:rPr dirty="0"/>
              <a:t>DATE DATA</a:t>
            </a:r>
          </a:p>
        </p:txBody>
      </p:sp>
      <p:sp>
        <p:nvSpPr>
          <p:cNvPr id="11" name="TextBox 10">
            <a:extLst>
              <a:ext uri="{FF2B5EF4-FFF2-40B4-BE49-F238E27FC236}">
                <a16:creationId xmlns:a16="http://schemas.microsoft.com/office/drawing/2014/main" id="{30514DB1-30A9-72AD-6686-E2D10F93E3B9}"/>
              </a:ext>
            </a:extLst>
          </p:cNvPr>
          <p:cNvSpPr txBox="1"/>
          <p:nvPr/>
        </p:nvSpPr>
        <p:spPr>
          <a:xfrm>
            <a:off x="5919216" y="3641210"/>
            <a:ext cx="1207008" cy="502920"/>
          </a:xfrm>
          <a:prstGeom prst="rect">
            <a:avLst/>
          </a:prstGeom>
          <a:noFill/>
        </p:spPr>
        <p:txBody>
          <a:bodyPr wrap="square" anchor="ctr">
            <a:spAutoFit/>
          </a:bodyPr>
          <a:lstStyle/>
          <a:p>
            <a:pPr algn="ctr">
              <a:defRPr sz="1100" b="1">
                <a:solidFill>
                  <a:srgbClr val="F5F8FC"/>
                </a:solidFill>
                <a:latin typeface="Aptos"/>
              </a:defRPr>
            </a:pPr>
            <a:r>
              <a:t>SAVE JSON</a:t>
            </a:r>
          </a:p>
        </p:txBody>
      </p:sp>
      <p:sp>
        <p:nvSpPr>
          <p:cNvPr id="14" name="TextBox 13">
            <a:extLst>
              <a:ext uri="{FF2B5EF4-FFF2-40B4-BE49-F238E27FC236}">
                <a16:creationId xmlns:a16="http://schemas.microsoft.com/office/drawing/2014/main" id="{F6BA8290-3C72-3840-9279-13536B96DCD3}"/>
              </a:ext>
            </a:extLst>
          </p:cNvPr>
          <p:cNvSpPr txBox="1"/>
          <p:nvPr/>
        </p:nvSpPr>
        <p:spPr>
          <a:xfrm>
            <a:off x="7546848" y="3641210"/>
            <a:ext cx="1207008" cy="502920"/>
          </a:xfrm>
          <a:prstGeom prst="rect">
            <a:avLst/>
          </a:prstGeom>
          <a:noFill/>
        </p:spPr>
        <p:txBody>
          <a:bodyPr wrap="square" anchor="ctr">
            <a:spAutoFit/>
          </a:bodyPr>
          <a:lstStyle/>
          <a:p>
            <a:pPr algn="ctr">
              <a:defRPr sz="1100" b="1">
                <a:solidFill>
                  <a:srgbClr val="F5F8FC"/>
                </a:solidFill>
                <a:latin typeface="Aptos"/>
              </a:defRPr>
            </a:pPr>
            <a:r>
              <a:t>REPEAT / EXIT</a:t>
            </a:r>
          </a:p>
        </p:txBody>
      </p:sp>
      <p:sp>
        <p:nvSpPr>
          <p:cNvPr id="19" name="TextBox 18">
            <a:extLst>
              <a:ext uri="{FF2B5EF4-FFF2-40B4-BE49-F238E27FC236}">
                <a16:creationId xmlns:a16="http://schemas.microsoft.com/office/drawing/2014/main" id="{7AC3DE09-7BE4-DD43-C1C4-D629827ABE02}"/>
              </a:ext>
            </a:extLst>
          </p:cNvPr>
          <p:cNvSpPr txBox="1"/>
          <p:nvPr/>
        </p:nvSpPr>
        <p:spPr>
          <a:xfrm>
            <a:off x="2172732" y="1996385"/>
            <a:ext cx="1207008" cy="261610"/>
          </a:xfrm>
          <a:prstGeom prst="rect">
            <a:avLst/>
          </a:prstGeom>
          <a:noFill/>
        </p:spPr>
        <p:txBody>
          <a:bodyPr wrap="square" anchor="ctr">
            <a:spAutoFit/>
          </a:bodyPr>
          <a:lstStyle/>
          <a:p>
            <a:pPr algn="ctr">
              <a:defRPr sz="1100" b="1">
                <a:solidFill>
                  <a:srgbClr val="F5F8FC"/>
                </a:solidFill>
                <a:latin typeface="Aptos"/>
              </a:defRPr>
            </a:pPr>
            <a:r>
              <a:rPr dirty="0"/>
              <a:t>N</a:t>
            </a:r>
          </a:p>
        </p:txBody>
      </p:sp>
      <p:pic>
        <p:nvPicPr>
          <p:cNvPr id="38" name="Graphic 37" descr="Arrow circle with solid fill">
            <a:extLst>
              <a:ext uri="{FF2B5EF4-FFF2-40B4-BE49-F238E27FC236}">
                <a16:creationId xmlns:a16="http://schemas.microsoft.com/office/drawing/2014/main" id="{004DDC31-17B1-EA88-218B-6122A6BC125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24000" y="152400"/>
            <a:ext cx="914400" cy="9144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41" name="TextBox 40">
            <a:extLst>
              <a:ext uri="{FF2B5EF4-FFF2-40B4-BE49-F238E27FC236}">
                <a16:creationId xmlns:a16="http://schemas.microsoft.com/office/drawing/2014/main" id="{1DE538D8-33F1-75D6-714D-7D1FFE8CBA6A}"/>
              </a:ext>
            </a:extLst>
          </p:cNvPr>
          <p:cNvSpPr txBox="1"/>
          <p:nvPr/>
        </p:nvSpPr>
        <p:spPr>
          <a:xfrm>
            <a:off x="1923681" y="194101"/>
            <a:ext cx="4572000" cy="830997"/>
          </a:xfrm>
          <a:prstGeom prst="rect">
            <a:avLst/>
          </a:prstGeom>
          <a:noFill/>
          <a:ln>
            <a:noFill/>
          </a:ln>
          <a:effectLst>
            <a:glow rad="101600">
              <a:schemeClr val="accent5">
                <a:satMod val="175000"/>
                <a:alpha val="40000"/>
              </a:schemeClr>
            </a:glow>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a:spAutoFit/>
          </a:bodyPr>
          <a:lstStyle/>
          <a:p>
            <a:pPr algn="ctr"/>
            <a:r>
              <a:rPr lang="en-US" sz="480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Algorithm</a:t>
            </a:r>
            <a:endParaRPr lang="en-US" sz="4800" b="0" cap="none" spc="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graphicFrame>
        <p:nvGraphicFramePr>
          <p:cNvPr id="42" name="Diagram 41">
            <a:extLst>
              <a:ext uri="{FF2B5EF4-FFF2-40B4-BE49-F238E27FC236}">
                <a16:creationId xmlns:a16="http://schemas.microsoft.com/office/drawing/2014/main" id="{BC707CFE-823F-DAD3-A6BF-CCAEB9E35EC8}"/>
              </a:ext>
            </a:extLst>
          </p:cNvPr>
          <p:cNvGraphicFramePr/>
          <p:nvPr>
            <p:extLst>
              <p:ext uri="{D42A27DB-BD31-4B8C-83A1-F6EECF244321}">
                <p14:modId xmlns:p14="http://schemas.microsoft.com/office/powerpoint/2010/main" val="125948785"/>
              </p:ext>
            </p:extLst>
          </p:nvPr>
        </p:nvGraphicFramePr>
        <p:xfrm>
          <a:off x="390144" y="1295400"/>
          <a:ext cx="8068056"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4" name="Rectangle 43">
            <a:extLst>
              <a:ext uri="{FF2B5EF4-FFF2-40B4-BE49-F238E27FC236}">
                <a16:creationId xmlns:a16="http://schemas.microsoft.com/office/drawing/2014/main" id="{B4597FAF-C5E3-1812-4886-7DF50B9FE03D}"/>
              </a:ext>
            </a:extLst>
          </p:cNvPr>
          <p:cNvSpPr/>
          <p:nvPr/>
        </p:nvSpPr>
        <p:spPr>
          <a:xfrm>
            <a:off x="1005107" y="6324600"/>
            <a:ext cx="6572953" cy="1323439"/>
          </a:xfrm>
          <a:prstGeom prst="rect">
            <a:avLst/>
          </a:prstGeom>
          <a:noFill/>
        </p:spPr>
        <p:txBody>
          <a:bodyPr wrap="none" lIns="91440" tIns="45720" rIns="91440" bIns="45720">
            <a:spAutoFit/>
          </a:bodyPr>
          <a:lstStyle/>
          <a:p>
            <a:pPr algn="ctr"/>
            <a:r>
              <a:rPr lang="en-US" sz="2000" dirty="0">
                <a:solidFill>
                  <a:srgbClr val="8B8B8B"/>
                </a:solidFill>
                <a:latin typeface="Cambria"/>
                <a:cs typeface="Cambria"/>
              </a:rPr>
              <a:t>S.</a:t>
            </a:r>
            <a:r>
              <a:rPr lang="en-US" sz="2000" spc="-25" dirty="0">
                <a:solidFill>
                  <a:srgbClr val="8B8B8B"/>
                </a:solidFill>
                <a:latin typeface="Cambria"/>
                <a:cs typeface="Cambria"/>
              </a:rPr>
              <a:t> </a:t>
            </a:r>
            <a:r>
              <a:rPr lang="en-US" sz="2000" dirty="0">
                <a:solidFill>
                  <a:srgbClr val="8B8B8B"/>
                </a:solidFill>
                <a:latin typeface="Cambria"/>
                <a:cs typeface="Cambria"/>
              </a:rPr>
              <a:t>B.</a:t>
            </a:r>
            <a:r>
              <a:rPr lang="en-US" sz="2000" spc="-20" dirty="0">
                <a:solidFill>
                  <a:srgbClr val="8B8B8B"/>
                </a:solidFill>
                <a:latin typeface="Cambria"/>
                <a:cs typeface="Cambria"/>
              </a:rPr>
              <a:t> </a:t>
            </a:r>
            <a:r>
              <a:rPr lang="en-US" sz="2000" dirty="0">
                <a:solidFill>
                  <a:srgbClr val="8B8B8B"/>
                </a:solidFill>
                <a:latin typeface="Cambria"/>
                <a:cs typeface="Cambria"/>
              </a:rPr>
              <a:t>Jain</a:t>
            </a:r>
            <a:r>
              <a:rPr lang="en-US" sz="2000" spc="-20" dirty="0">
                <a:solidFill>
                  <a:srgbClr val="8B8B8B"/>
                </a:solidFill>
                <a:latin typeface="Cambria"/>
                <a:cs typeface="Cambria"/>
              </a:rPr>
              <a:t> </a:t>
            </a:r>
            <a:r>
              <a:rPr lang="en-US" sz="2000" spc="-10" dirty="0">
                <a:solidFill>
                  <a:srgbClr val="8B8B8B"/>
                </a:solidFill>
                <a:latin typeface="Cambria"/>
                <a:cs typeface="Cambria"/>
              </a:rPr>
              <a:t>Institute</a:t>
            </a:r>
            <a:r>
              <a:rPr lang="en-US" sz="2000" spc="-20" dirty="0">
                <a:solidFill>
                  <a:srgbClr val="8B8B8B"/>
                </a:solidFill>
                <a:latin typeface="Cambria"/>
                <a:cs typeface="Cambria"/>
              </a:rPr>
              <a:t> </a:t>
            </a:r>
            <a:r>
              <a:rPr lang="en-US" sz="2000" dirty="0">
                <a:solidFill>
                  <a:srgbClr val="8B8B8B"/>
                </a:solidFill>
                <a:latin typeface="Cambria"/>
                <a:cs typeface="Cambria"/>
              </a:rPr>
              <a:t>of</a:t>
            </a:r>
            <a:r>
              <a:rPr lang="en-US" sz="2000" spc="-20" dirty="0">
                <a:solidFill>
                  <a:srgbClr val="8B8B8B"/>
                </a:solidFill>
                <a:latin typeface="Cambria"/>
                <a:cs typeface="Cambria"/>
              </a:rPr>
              <a:t> Technology </a:t>
            </a:r>
            <a:r>
              <a:rPr lang="en-US" sz="2000" dirty="0">
                <a:solidFill>
                  <a:srgbClr val="8B8B8B"/>
                </a:solidFill>
                <a:latin typeface="Cambria"/>
                <a:cs typeface="Cambria"/>
              </a:rPr>
              <a:t>Management</a:t>
            </a:r>
            <a:r>
              <a:rPr lang="en-US" sz="2000" spc="-20" dirty="0">
                <a:solidFill>
                  <a:srgbClr val="8B8B8B"/>
                </a:solidFill>
                <a:latin typeface="Cambria"/>
                <a:cs typeface="Cambria"/>
              </a:rPr>
              <a:t> </a:t>
            </a:r>
            <a:r>
              <a:rPr lang="en-US" sz="2000" dirty="0">
                <a:solidFill>
                  <a:srgbClr val="8B8B8B"/>
                </a:solidFill>
                <a:latin typeface="Cambria"/>
                <a:cs typeface="Cambria"/>
              </a:rPr>
              <a:t>and</a:t>
            </a:r>
            <a:r>
              <a:rPr lang="en-US" sz="2000" spc="-20" dirty="0">
                <a:solidFill>
                  <a:srgbClr val="8B8B8B"/>
                </a:solidFill>
                <a:latin typeface="Cambria"/>
                <a:cs typeface="Cambria"/>
              </a:rPr>
              <a:t> </a:t>
            </a:r>
            <a:r>
              <a:rPr lang="en-US" sz="2000" spc="-10" dirty="0">
                <a:solidFill>
                  <a:srgbClr val="8B8B8B"/>
                </a:solidFill>
                <a:latin typeface="Cambria"/>
                <a:cs typeface="Cambria"/>
              </a:rPr>
              <a:t>research</a:t>
            </a:r>
            <a:endParaRPr lang="en-US" sz="2000" dirty="0">
              <a:latin typeface="Cambria"/>
              <a:cs typeface="Cambria"/>
            </a:endParaRPr>
          </a:p>
          <a:p>
            <a:pPr algn="ctr"/>
            <a:endParaRPr lang="en-US" sz="2000" b="1" cap="none" spc="50" dirty="0">
              <a:ln w="0"/>
              <a:solidFill>
                <a:schemeClr val="bg2"/>
              </a:solidFill>
              <a:effectLst>
                <a:innerShdw blurRad="63500" dist="50800" dir="13500000">
                  <a:srgbClr val="000000">
                    <a:alpha val="50000"/>
                  </a:srgbClr>
                </a:innerShdw>
              </a:effectLst>
            </a:endParaRPr>
          </a:p>
          <a:p>
            <a:pPr algn="ctr"/>
            <a:endParaRPr lang="en-US" sz="2000" b="1" cap="none" spc="50" dirty="0">
              <a:ln w="0"/>
              <a:solidFill>
                <a:schemeClr val="bg2"/>
              </a:solidFill>
              <a:effectLst>
                <a:innerShdw blurRad="63500" dist="50800" dir="13500000">
                  <a:srgbClr val="000000">
                    <a:alpha val="50000"/>
                  </a:srgbClr>
                </a:innerShdw>
              </a:effectLst>
            </a:endParaRPr>
          </a:p>
          <a:p>
            <a:pPr algn="ctr"/>
            <a:endParaRPr lang="en-US" sz="2000" b="1" cap="none" spc="50" dirty="0">
              <a:ln w="0"/>
              <a:solidFill>
                <a:schemeClr val="bg2"/>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1784627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D1447105-B8EE-FAE6-25C6-CC54F4776F04}"/>
              </a:ext>
            </a:extLst>
          </p:cNvPr>
          <p:cNvGraphicFramePr/>
          <p:nvPr>
            <p:extLst>
              <p:ext uri="{D42A27DB-BD31-4B8C-83A1-F6EECF244321}">
                <p14:modId xmlns:p14="http://schemas.microsoft.com/office/powerpoint/2010/main" val="3863678903"/>
              </p:ext>
            </p:extLst>
          </p:nvPr>
        </p:nvGraphicFramePr>
        <p:xfrm>
          <a:off x="390144" y="457200"/>
          <a:ext cx="8068056"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a:extLst>
              <a:ext uri="{FF2B5EF4-FFF2-40B4-BE49-F238E27FC236}">
                <a16:creationId xmlns:a16="http://schemas.microsoft.com/office/drawing/2014/main" id="{94275F85-2565-1CEA-A8B4-0BC9EBFA380F}"/>
              </a:ext>
            </a:extLst>
          </p:cNvPr>
          <p:cNvSpPr/>
          <p:nvPr/>
        </p:nvSpPr>
        <p:spPr>
          <a:xfrm>
            <a:off x="1137695" y="6350168"/>
            <a:ext cx="6572953" cy="1015663"/>
          </a:xfrm>
          <a:prstGeom prst="rect">
            <a:avLst/>
          </a:prstGeom>
          <a:noFill/>
        </p:spPr>
        <p:txBody>
          <a:bodyPr wrap="none" lIns="91440" tIns="45720" rIns="91440" bIns="45720">
            <a:spAutoFit/>
          </a:bodyPr>
          <a:lstStyle/>
          <a:p>
            <a:pPr algn="ctr"/>
            <a:r>
              <a:rPr lang="en-US" sz="2000" dirty="0">
                <a:solidFill>
                  <a:srgbClr val="8B8B8B"/>
                </a:solidFill>
                <a:latin typeface="Cambria"/>
                <a:cs typeface="Cambria"/>
              </a:rPr>
              <a:t>S.</a:t>
            </a:r>
            <a:r>
              <a:rPr lang="en-US" sz="2000" spc="-25" dirty="0">
                <a:solidFill>
                  <a:srgbClr val="8B8B8B"/>
                </a:solidFill>
                <a:latin typeface="Cambria"/>
                <a:cs typeface="Cambria"/>
              </a:rPr>
              <a:t> </a:t>
            </a:r>
            <a:r>
              <a:rPr lang="en-US" sz="2000" dirty="0">
                <a:solidFill>
                  <a:srgbClr val="8B8B8B"/>
                </a:solidFill>
                <a:latin typeface="Cambria"/>
                <a:cs typeface="Cambria"/>
              </a:rPr>
              <a:t>B.</a:t>
            </a:r>
            <a:r>
              <a:rPr lang="en-US" sz="2000" spc="-20" dirty="0">
                <a:solidFill>
                  <a:srgbClr val="8B8B8B"/>
                </a:solidFill>
                <a:latin typeface="Cambria"/>
                <a:cs typeface="Cambria"/>
              </a:rPr>
              <a:t> </a:t>
            </a:r>
            <a:r>
              <a:rPr lang="en-US" sz="2000" dirty="0">
                <a:solidFill>
                  <a:srgbClr val="8B8B8B"/>
                </a:solidFill>
                <a:latin typeface="Cambria"/>
                <a:cs typeface="Cambria"/>
              </a:rPr>
              <a:t>Jain</a:t>
            </a:r>
            <a:r>
              <a:rPr lang="en-US" sz="2000" spc="-20" dirty="0">
                <a:solidFill>
                  <a:srgbClr val="8B8B8B"/>
                </a:solidFill>
                <a:latin typeface="Cambria"/>
                <a:cs typeface="Cambria"/>
              </a:rPr>
              <a:t> </a:t>
            </a:r>
            <a:r>
              <a:rPr lang="en-US" sz="2000" spc="-10" dirty="0">
                <a:solidFill>
                  <a:srgbClr val="8B8B8B"/>
                </a:solidFill>
                <a:latin typeface="Cambria"/>
                <a:cs typeface="Cambria"/>
              </a:rPr>
              <a:t>Institute</a:t>
            </a:r>
            <a:r>
              <a:rPr lang="en-US" sz="2000" spc="-20" dirty="0">
                <a:solidFill>
                  <a:srgbClr val="8B8B8B"/>
                </a:solidFill>
                <a:latin typeface="Cambria"/>
                <a:cs typeface="Cambria"/>
              </a:rPr>
              <a:t> </a:t>
            </a:r>
            <a:r>
              <a:rPr lang="en-US" sz="2000" dirty="0">
                <a:solidFill>
                  <a:srgbClr val="8B8B8B"/>
                </a:solidFill>
                <a:latin typeface="Cambria"/>
                <a:cs typeface="Cambria"/>
              </a:rPr>
              <a:t>of</a:t>
            </a:r>
            <a:r>
              <a:rPr lang="en-US" sz="2000" spc="-20" dirty="0">
                <a:solidFill>
                  <a:srgbClr val="8B8B8B"/>
                </a:solidFill>
                <a:latin typeface="Cambria"/>
                <a:cs typeface="Cambria"/>
              </a:rPr>
              <a:t> Technology </a:t>
            </a:r>
            <a:r>
              <a:rPr lang="en-US" sz="2000" dirty="0">
                <a:solidFill>
                  <a:srgbClr val="8B8B8B"/>
                </a:solidFill>
                <a:latin typeface="Cambria"/>
                <a:cs typeface="Cambria"/>
              </a:rPr>
              <a:t>Management</a:t>
            </a:r>
            <a:r>
              <a:rPr lang="en-US" sz="2000" spc="-20" dirty="0">
                <a:solidFill>
                  <a:srgbClr val="8B8B8B"/>
                </a:solidFill>
                <a:latin typeface="Cambria"/>
                <a:cs typeface="Cambria"/>
              </a:rPr>
              <a:t> </a:t>
            </a:r>
            <a:r>
              <a:rPr lang="en-US" sz="2000" dirty="0">
                <a:solidFill>
                  <a:srgbClr val="8B8B8B"/>
                </a:solidFill>
                <a:latin typeface="Cambria"/>
                <a:cs typeface="Cambria"/>
              </a:rPr>
              <a:t>and</a:t>
            </a:r>
            <a:r>
              <a:rPr lang="en-US" sz="2000" spc="-20" dirty="0">
                <a:solidFill>
                  <a:srgbClr val="8B8B8B"/>
                </a:solidFill>
                <a:latin typeface="Cambria"/>
                <a:cs typeface="Cambria"/>
              </a:rPr>
              <a:t> </a:t>
            </a:r>
            <a:r>
              <a:rPr lang="en-US" sz="2000" spc="-10" dirty="0">
                <a:solidFill>
                  <a:srgbClr val="8B8B8B"/>
                </a:solidFill>
                <a:latin typeface="Cambria"/>
                <a:cs typeface="Cambria"/>
              </a:rPr>
              <a:t>research</a:t>
            </a:r>
            <a:endParaRPr lang="en-US" sz="2000" dirty="0">
              <a:latin typeface="Cambria"/>
              <a:cs typeface="Cambria"/>
            </a:endParaRPr>
          </a:p>
          <a:p>
            <a:pPr algn="ctr"/>
            <a:endParaRPr lang="en-US" sz="2000" b="1" cap="none" spc="50" dirty="0">
              <a:ln w="0"/>
              <a:solidFill>
                <a:schemeClr val="bg2"/>
              </a:solidFill>
              <a:effectLst>
                <a:innerShdw blurRad="63500" dist="50800" dir="13500000">
                  <a:srgbClr val="000000">
                    <a:alpha val="50000"/>
                  </a:srgbClr>
                </a:innerShdw>
              </a:effectLst>
            </a:endParaRPr>
          </a:p>
          <a:p>
            <a:pPr algn="ctr"/>
            <a:endParaRPr lang="en-US" sz="2000" b="1" cap="none" spc="50" dirty="0">
              <a:ln w="0"/>
              <a:solidFill>
                <a:schemeClr val="bg2"/>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3178344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Box 45">
            <a:extLst>
              <a:ext uri="{FF2B5EF4-FFF2-40B4-BE49-F238E27FC236}">
                <a16:creationId xmlns:a16="http://schemas.microsoft.com/office/drawing/2014/main" id="{930102DC-E5FE-F5D8-23A4-4FC621881BA5}"/>
              </a:ext>
            </a:extLst>
          </p:cNvPr>
          <p:cNvSpPr txBox="1"/>
          <p:nvPr/>
        </p:nvSpPr>
        <p:spPr>
          <a:xfrm>
            <a:off x="228600" y="209119"/>
            <a:ext cx="4572000" cy="369332"/>
          </a:xfrm>
          <a:prstGeom prst="rect">
            <a:avLst/>
          </a:prstGeom>
          <a:noFill/>
        </p:spPr>
        <p:txBody>
          <a:bodyPr wrap="square">
            <a:spAutoFit/>
          </a:bodyPr>
          <a:lstStyle/>
          <a:p>
            <a:r>
              <a:rPr lang="en-IN" dirty="0"/>
              <a:t> </a:t>
            </a:r>
            <a:endParaRPr lang="en-IN" b="1" dirty="0"/>
          </a:p>
        </p:txBody>
      </p:sp>
      <p:pic>
        <p:nvPicPr>
          <p:cNvPr id="3" name="Graphic 2" descr="Arrow circle with solid fill">
            <a:extLst>
              <a:ext uri="{FF2B5EF4-FFF2-40B4-BE49-F238E27FC236}">
                <a16:creationId xmlns:a16="http://schemas.microsoft.com/office/drawing/2014/main" id="{61CB613F-AE0B-4885-6F49-CA576C0028A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6800" y="209119"/>
            <a:ext cx="914400" cy="9144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5" name="Rectangle 4">
            <a:extLst>
              <a:ext uri="{FF2B5EF4-FFF2-40B4-BE49-F238E27FC236}">
                <a16:creationId xmlns:a16="http://schemas.microsoft.com/office/drawing/2014/main" id="{C89F4415-874E-222D-0292-37A634B64BF1}"/>
              </a:ext>
            </a:extLst>
          </p:cNvPr>
          <p:cNvSpPr/>
          <p:nvPr/>
        </p:nvSpPr>
        <p:spPr>
          <a:xfrm>
            <a:off x="2362200" y="209119"/>
            <a:ext cx="2680542" cy="830997"/>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91440" tIns="45720" rIns="91440" bIns="45720">
            <a:spAutoFit/>
          </a:bodyPr>
          <a:lstStyle/>
          <a:p>
            <a:pPr algn="ctr"/>
            <a:r>
              <a:rPr lang="en-US" sz="4800" b="0" cap="none" spc="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Flowchart</a:t>
            </a:r>
          </a:p>
        </p:txBody>
      </p:sp>
      <p:pic>
        <p:nvPicPr>
          <p:cNvPr id="43" name="Picture 42">
            <a:extLst>
              <a:ext uri="{FF2B5EF4-FFF2-40B4-BE49-F238E27FC236}">
                <a16:creationId xmlns:a16="http://schemas.microsoft.com/office/drawing/2014/main" id="{995A3230-B546-0477-B065-94F6D000DA68}"/>
              </a:ext>
            </a:extLst>
          </p:cNvPr>
          <p:cNvPicPr>
            <a:picLocks noChangeAspect="1"/>
          </p:cNvPicPr>
          <p:nvPr/>
        </p:nvPicPr>
        <p:blipFill>
          <a:blip r:embed="rId3"/>
          <a:stretch>
            <a:fillRect/>
          </a:stretch>
        </p:blipFill>
        <p:spPr>
          <a:xfrm>
            <a:off x="838200" y="1123518"/>
            <a:ext cx="6858000" cy="5201082"/>
          </a:xfrm>
          <a:prstGeom prst="rect">
            <a:avLst/>
          </a:prstGeom>
        </p:spPr>
      </p:pic>
      <p:sp>
        <p:nvSpPr>
          <p:cNvPr id="45" name="Rectangle 44">
            <a:extLst>
              <a:ext uri="{FF2B5EF4-FFF2-40B4-BE49-F238E27FC236}">
                <a16:creationId xmlns:a16="http://schemas.microsoft.com/office/drawing/2014/main" id="{1730A7FC-02E3-F520-6AA2-DEE43DD23458}"/>
              </a:ext>
            </a:extLst>
          </p:cNvPr>
          <p:cNvSpPr/>
          <p:nvPr/>
        </p:nvSpPr>
        <p:spPr>
          <a:xfrm>
            <a:off x="838200" y="6329516"/>
            <a:ext cx="6572953" cy="1015663"/>
          </a:xfrm>
          <a:prstGeom prst="rect">
            <a:avLst/>
          </a:prstGeom>
          <a:noFill/>
        </p:spPr>
        <p:txBody>
          <a:bodyPr wrap="none" lIns="91440" tIns="45720" rIns="91440" bIns="45720">
            <a:spAutoFit/>
          </a:bodyPr>
          <a:lstStyle/>
          <a:p>
            <a:pPr algn="ctr"/>
            <a:r>
              <a:rPr lang="en-US" sz="2000" dirty="0">
                <a:solidFill>
                  <a:srgbClr val="8B8B8B"/>
                </a:solidFill>
                <a:latin typeface="Cambria"/>
                <a:cs typeface="Cambria"/>
              </a:rPr>
              <a:t>S.</a:t>
            </a:r>
            <a:r>
              <a:rPr lang="en-US" sz="2000" spc="-25" dirty="0">
                <a:solidFill>
                  <a:srgbClr val="8B8B8B"/>
                </a:solidFill>
                <a:latin typeface="Cambria"/>
                <a:cs typeface="Cambria"/>
              </a:rPr>
              <a:t> </a:t>
            </a:r>
            <a:r>
              <a:rPr lang="en-US" sz="2000" dirty="0">
                <a:solidFill>
                  <a:srgbClr val="8B8B8B"/>
                </a:solidFill>
                <a:latin typeface="Cambria"/>
                <a:cs typeface="Cambria"/>
              </a:rPr>
              <a:t>B.</a:t>
            </a:r>
            <a:r>
              <a:rPr lang="en-US" sz="2000" spc="-20" dirty="0">
                <a:solidFill>
                  <a:srgbClr val="8B8B8B"/>
                </a:solidFill>
                <a:latin typeface="Cambria"/>
                <a:cs typeface="Cambria"/>
              </a:rPr>
              <a:t> </a:t>
            </a:r>
            <a:r>
              <a:rPr lang="en-US" sz="2000" dirty="0">
                <a:solidFill>
                  <a:srgbClr val="8B8B8B"/>
                </a:solidFill>
                <a:latin typeface="Cambria"/>
                <a:cs typeface="Cambria"/>
              </a:rPr>
              <a:t>Jain</a:t>
            </a:r>
            <a:r>
              <a:rPr lang="en-US" sz="2000" spc="-20" dirty="0">
                <a:solidFill>
                  <a:srgbClr val="8B8B8B"/>
                </a:solidFill>
                <a:latin typeface="Cambria"/>
                <a:cs typeface="Cambria"/>
              </a:rPr>
              <a:t> </a:t>
            </a:r>
            <a:r>
              <a:rPr lang="en-US" sz="2000" spc="-10" dirty="0">
                <a:solidFill>
                  <a:srgbClr val="8B8B8B"/>
                </a:solidFill>
                <a:latin typeface="Cambria"/>
                <a:cs typeface="Cambria"/>
              </a:rPr>
              <a:t>Institute</a:t>
            </a:r>
            <a:r>
              <a:rPr lang="en-US" sz="2000" spc="-20" dirty="0">
                <a:solidFill>
                  <a:srgbClr val="8B8B8B"/>
                </a:solidFill>
                <a:latin typeface="Cambria"/>
                <a:cs typeface="Cambria"/>
              </a:rPr>
              <a:t> </a:t>
            </a:r>
            <a:r>
              <a:rPr lang="en-US" sz="2000" dirty="0">
                <a:solidFill>
                  <a:srgbClr val="8B8B8B"/>
                </a:solidFill>
                <a:latin typeface="Cambria"/>
                <a:cs typeface="Cambria"/>
              </a:rPr>
              <a:t>of</a:t>
            </a:r>
            <a:r>
              <a:rPr lang="en-US" sz="2000" spc="-20" dirty="0">
                <a:solidFill>
                  <a:srgbClr val="8B8B8B"/>
                </a:solidFill>
                <a:latin typeface="Cambria"/>
                <a:cs typeface="Cambria"/>
              </a:rPr>
              <a:t> Technology </a:t>
            </a:r>
            <a:r>
              <a:rPr lang="en-US" sz="2000" dirty="0">
                <a:solidFill>
                  <a:srgbClr val="8B8B8B"/>
                </a:solidFill>
                <a:latin typeface="Cambria"/>
                <a:cs typeface="Cambria"/>
              </a:rPr>
              <a:t>Management</a:t>
            </a:r>
            <a:r>
              <a:rPr lang="en-US" sz="2000" spc="-20" dirty="0">
                <a:solidFill>
                  <a:srgbClr val="8B8B8B"/>
                </a:solidFill>
                <a:latin typeface="Cambria"/>
                <a:cs typeface="Cambria"/>
              </a:rPr>
              <a:t> </a:t>
            </a:r>
            <a:r>
              <a:rPr lang="en-US" sz="2000" dirty="0">
                <a:solidFill>
                  <a:srgbClr val="8B8B8B"/>
                </a:solidFill>
                <a:latin typeface="Cambria"/>
                <a:cs typeface="Cambria"/>
              </a:rPr>
              <a:t>and</a:t>
            </a:r>
            <a:r>
              <a:rPr lang="en-US" sz="2000" spc="-20" dirty="0">
                <a:solidFill>
                  <a:srgbClr val="8B8B8B"/>
                </a:solidFill>
                <a:latin typeface="Cambria"/>
                <a:cs typeface="Cambria"/>
              </a:rPr>
              <a:t> </a:t>
            </a:r>
            <a:r>
              <a:rPr lang="en-US" sz="2000" spc="-10" dirty="0">
                <a:solidFill>
                  <a:srgbClr val="8B8B8B"/>
                </a:solidFill>
                <a:latin typeface="Cambria"/>
                <a:cs typeface="Cambria"/>
              </a:rPr>
              <a:t>research</a:t>
            </a:r>
            <a:endParaRPr lang="en-US" sz="2000" dirty="0">
              <a:latin typeface="Cambria"/>
              <a:cs typeface="Cambria"/>
            </a:endParaRPr>
          </a:p>
          <a:p>
            <a:pPr algn="ctr"/>
            <a:endParaRPr lang="en-US" sz="2000" b="1" cap="none" spc="50" dirty="0">
              <a:ln w="0"/>
              <a:solidFill>
                <a:schemeClr val="bg2"/>
              </a:solidFill>
              <a:effectLst>
                <a:innerShdw blurRad="63500" dist="50800" dir="13500000">
                  <a:srgbClr val="000000">
                    <a:alpha val="50000"/>
                  </a:srgbClr>
                </a:innerShdw>
              </a:effectLst>
            </a:endParaRPr>
          </a:p>
          <a:p>
            <a:pPr algn="ctr"/>
            <a:endParaRPr lang="en-US" sz="2000" b="1" cap="none" spc="50" dirty="0">
              <a:ln w="0"/>
              <a:solidFill>
                <a:schemeClr val="bg2"/>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44324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BE0F254-7ED6-F2BA-641F-ADBC233C6C41}"/>
              </a:ext>
            </a:extLst>
          </p:cNvPr>
          <p:cNvSpPr txBox="1"/>
          <p:nvPr/>
        </p:nvSpPr>
        <p:spPr>
          <a:xfrm>
            <a:off x="342900" y="1524000"/>
            <a:ext cx="8458200" cy="4613058"/>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a:spAutoFit/>
          </a:bodyPr>
          <a:lstStyle/>
          <a:p>
            <a:pPr>
              <a:lnSpc>
                <a:spcPct val="150000"/>
              </a:lnSpc>
              <a:buNone/>
            </a:pPr>
            <a:r>
              <a:rPr lang="en-IN" dirty="0">
                <a:latin typeface="Times New Roman" panose="02020603050405020304" pitchFamily="18" charset="0"/>
                <a:cs typeface="Times New Roman" panose="02020603050405020304" pitchFamily="18" charset="0"/>
              </a:rPr>
              <a:t>The project demonstrates the practical use of various Python programming concepts:</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Variables:</a:t>
            </a:r>
            <a:r>
              <a:rPr lang="en-IN" dirty="0">
                <a:latin typeface="Times New Roman" panose="02020603050405020304" pitchFamily="18" charset="0"/>
                <a:cs typeface="Times New Roman" panose="02020603050405020304" pitchFamily="18" charset="0"/>
              </a:rPr>
              <a:t> Used to store user input, API responses, and results.</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Functions:</a:t>
            </a:r>
            <a:r>
              <a:rPr lang="en-IN" dirty="0">
                <a:latin typeface="Times New Roman" panose="02020603050405020304" pitchFamily="18" charset="0"/>
                <a:cs typeface="Times New Roman" panose="02020603050405020304" pitchFamily="18" charset="0"/>
              </a:rPr>
              <a:t> Used to divide the program into smaller and reusable tasks such as searching and displaying results.</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Conditional Statements:</a:t>
            </a:r>
            <a:r>
              <a:rPr lang="en-IN" dirty="0">
                <a:latin typeface="Times New Roman" panose="02020603050405020304" pitchFamily="18" charset="0"/>
                <a:cs typeface="Times New Roman" panose="02020603050405020304" pitchFamily="18" charset="0"/>
              </a:rPr>
              <a:t> Used to check whether the entered word is available and whether the API request is successful.</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Loops:</a:t>
            </a:r>
            <a:r>
              <a:rPr lang="en-IN" dirty="0">
                <a:latin typeface="Times New Roman" panose="02020603050405020304" pitchFamily="18" charset="0"/>
                <a:cs typeface="Times New Roman" panose="02020603050405020304" pitchFamily="18" charset="0"/>
              </a:rPr>
              <a:t> Used to process multiple meanings, definitions, synonyms, and antonyms returned by the API.</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Lists:</a:t>
            </a:r>
            <a:r>
              <a:rPr lang="en-IN" dirty="0">
                <a:latin typeface="Times New Roman" panose="02020603050405020304" pitchFamily="18" charset="0"/>
                <a:cs typeface="Times New Roman" panose="02020603050405020304" pitchFamily="18" charset="0"/>
              </a:rPr>
              <a:t> Used to handle multiple synonyms, antonyms, and definitions.</a:t>
            </a:r>
          </a:p>
          <a:p>
            <a:pPr marL="342900" lvl="0" indent="-342900">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Dictionaries:</a:t>
            </a:r>
            <a:r>
              <a:rPr lang="en-IN" dirty="0">
                <a:latin typeface="Times New Roman" panose="02020603050405020304" pitchFamily="18" charset="0"/>
                <a:cs typeface="Times New Roman" panose="02020603050405020304" pitchFamily="18" charset="0"/>
              </a:rPr>
              <a:t> Used to access and process the structured JSON data received from the API.</a:t>
            </a:r>
          </a:p>
        </p:txBody>
      </p:sp>
      <p:pic>
        <p:nvPicPr>
          <p:cNvPr id="9" name="Graphic 8" descr="Atom with solid fill">
            <a:extLst>
              <a:ext uri="{FF2B5EF4-FFF2-40B4-BE49-F238E27FC236}">
                <a16:creationId xmlns:a16="http://schemas.microsoft.com/office/drawing/2014/main" id="{233E77D8-D9CB-A35F-C46C-64757508725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900" y="222040"/>
            <a:ext cx="914400" cy="914400"/>
          </a:xfrm>
          <a:prstGeom prst="rect">
            <a:avLst/>
          </a:prstGeom>
        </p:spPr>
      </p:pic>
      <p:sp>
        <p:nvSpPr>
          <p:cNvPr id="10" name="Rectangle 9">
            <a:extLst>
              <a:ext uri="{FF2B5EF4-FFF2-40B4-BE49-F238E27FC236}">
                <a16:creationId xmlns:a16="http://schemas.microsoft.com/office/drawing/2014/main" id="{49CFC377-CEEE-D9E7-25CF-FE61EC597E14}"/>
              </a:ext>
            </a:extLst>
          </p:cNvPr>
          <p:cNvSpPr/>
          <p:nvPr/>
        </p:nvSpPr>
        <p:spPr>
          <a:xfrm>
            <a:off x="1077511" y="263741"/>
            <a:ext cx="7723589" cy="830997"/>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91440" tIns="45720" rIns="91440" bIns="45720">
            <a:spAutoFit/>
          </a:bodyPr>
          <a:lstStyle/>
          <a:p>
            <a:pPr algn="ctr"/>
            <a:r>
              <a:rPr lang="en-US" sz="4800" dirty="0">
                <a:ln w="0"/>
                <a:solidFill>
                  <a:srgbClr val="FF0000"/>
                </a:solidFill>
                <a:effectLst>
                  <a:glow rad="101600">
                    <a:schemeClr val="accent5">
                      <a:satMod val="175000"/>
                      <a:alpha val="40000"/>
                    </a:schemeClr>
                  </a:glow>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Understanding of </a:t>
            </a:r>
            <a:r>
              <a:rPr lang="en-US" sz="4800" dirty="0" err="1">
                <a:ln w="0"/>
                <a:solidFill>
                  <a:srgbClr val="FF0000"/>
                </a:solidFill>
                <a:effectLst>
                  <a:glow rad="101600">
                    <a:schemeClr val="accent5">
                      <a:satMod val="175000"/>
                      <a:alpha val="40000"/>
                    </a:schemeClr>
                  </a:glow>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pythan</a:t>
            </a:r>
            <a:r>
              <a:rPr lang="en-US" sz="4800" dirty="0">
                <a:ln w="0"/>
                <a:solidFill>
                  <a:srgbClr val="FF0000"/>
                </a:solidFill>
                <a:effectLst>
                  <a:glow rad="101600">
                    <a:schemeClr val="accent5">
                      <a:satMod val="175000"/>
                      <a:alpha val="40000"/>
                    </a:schemeClr>
                  </a:glow>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login</a:t>
            </a:r>
            <a:endParaRPr lang="en-US" sz="4800" b="0" cap="none" spc="0" dirty="0">
              <a:ln w="0"/>
              <a:solidFill>
                <a:srgbClr val="FF0000"/>
              </a:solidFill>
              <a:effectLst>
                <a:glow rad="101600">
                  <a:schemeClr val="accent5">
                    <a:satMod val="175000"/>
                    <a:alpha val="40000"/>
                  </a:schemeClr>
                </a:glow>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D67B835B-FDA6-0BDF-AD0C-2A4A6782E1CE}"/>
              </a:ext>
            </a:extLst>
          </p:cNvPr>
          <p:cNvSpPr/>
          <p:nvPr/>
        </p:nvSpPr>
        <p:spPr>
          <a:xfrm>
            <a:off x="1077511" y="6350168"/>
            <a:ext cx="6572953" cy="1015663"/>
          </a:xfrm>
          <a:prstGeom prst="rect">
            <a:avLst/>
          </a:prstGeom>
          <a:noFill/>
        </p:spPr>
        <p:txBody>
          <a:bodyPr wrap="none" lIns="91440" tIns="45720" rIns="91440" bIns="45720">
            <a:spAutoFit/>
          </a:bodyPr>
          <a:lstStyle/>
          <a:p>
            <a:pPr algn="ctr"/>
            <a:r>
              <a:rPr lang="en-US" sz="2000" dirty="0">
                <a:solidFill>
                  <a:srgbClr val="8B8B8B"/>
                </a:solidFill>
                <a:latin typeface="Cambria"/>
                <a:cs typeface="Cambria"/>
              </a:rPr>
              <a:t>S.</a:t>
            </a:r>
            <a:r>
              <a:rPr lang="en-US" sz="2000" spc="-25" dirty="0">
                <a:solidFill>
                  <a:srgbClr val="8B8B8B"/>
                </a:solidFill>
                <a:latin typeface="Cambria"/>
                <a:cs typeface="Cambria"/>
              </a:rPr>
              <a:t> </a:t>
            </a:r>
            <a:r>
              <a:rPr lang="en-US" sz="2000" dirty="0">
                <a:solidFill>
                  <a:srgbClr val="8B8B8B"/>
                </a:solidFill>
                <a:latin typeface="Cambria"/>
                <a:cs typeface="Cambria"/>
              </a:rPr>
              <a:t>B.</a:t>
            </a:r>
            <a:r>
              <a:rPr lang="en-US" sz="2000" spc="-20" dirty="0">
                <a:solidFill>
                  <a:srgbClr val="8B8B8B"/>
                </a:solidFill>
                <a:latin typeface="Cambria"/>
                <a:cs typeface="Cambria"/>
              </a:rPr>
              <a:t> </a:t>
            </a:r>
            <a:r>
              <a:rPr lang="en-US" sz="2000" dirty="0">
                <a:solidFill>
                  <a:srgbClr val="8B8B8B"/>
                </a:solidFill>
                <a:latin typeface="Cambria"/>
                <a:cs typeface="Cambria"/>
              </a:rPr>
              <a:t>Jain</a:t>
            </a:r>
            <a:r>
              <a:rPr lang="en-US" sz="2000" spc="-20" dirty="0">
                <a:solidFill>
                  <a:srgbClr val="8B8B8B"/>
                </a:solidFill>
                <a:latin typeface="Cambria"/>
                <a:cs typeface="Cambria"/>
              </a:rPr>
              <a:t> </a:t>
            </a:r>
            <a:r>
              <a:rPr lang="en-US" sz="2000" spc="-10" dirty="0">
                <a:solidFill>
                  <a:srgbClr val="8B8B8B"/>
                </a:solidFill>
                <a:latin typeface="Cambria"/>
                <a:cs typeface="Cambria"/>
              </a:rPr>
              <a:t>Institute</a:t>
            </a:r>
            <a:r>
              <a:rPr lang="en-US" sz="2000" spc="-20" dirty="0">
                <a:solidFill>
                  <a:srgbClr val="8B8B8B"/>
                </a:solidFill>
                <a:latin typeface="Cambria"/>
                <a:cs typeface="Cambria"/>
              </a:rPr>
              <a:t> </a:t>
            </a:r>
            <a:r>
              <a:rPr lang="en-US" sz="2000" dirty="0">
                <a:solidFill>
                  <a:srgbClr val="8B8B8B"/>
                </a:solidFill>
                <a:latin typeface="Cambria"/>
                <a:cs typeface="Cambria"/>
              </a:rPr>
              <a:t>of</a:t>
            </a:r>
            <a:r>
              <a:rPr lang="en-US" sz="2000" spc="-20" dirty="0">
                <a:solidFill>
                  <a:srgbClr val="8B8B8B"/>
                </a:solidFill>
                <a:latin typeface="Cambria"/>
                <a:cs typeface="Cambria"/>
              </a:rPr>
              <a:t> Technology </a:t>
            </a:r>
            <a:r>
              <a:rPr lang="en-US" sz="2000" dirty="0">
                <a:solidFill>
                  <a:srgbClr val="8B8B8B"/>
                </a:solidFill>
                <a:latin typeface="Cambria"/>
                <a:cs typeface="Cambria"/>
              </a:rPr>
              <a:t>Management</a:t>
            </a:r>
            <a:r>
              <a:rPr lang="en-US" sz="2000" spc="-20" dirty="0">
                <a:solidFill>
                  <a:srgbClr val="8B8B8B"/>
                </a:solidFill>
                <a:latin typeface="Cambria"/>
                <a:cs typeface="Cambria"/>
              </a:rPr>
              <a:t> </a:t>
            </a:r>
            <a:r>
              <a:rPr lang="en-US" sz="2000" dirty="0">
                <a:solidFill>
                  <a:srgbClr val="8B8B8B"/>
                </a:solidFill>
                <a:latin typeface="Cambria"/>
                <a:cs typeface="Cambria"/>
              </a:rPr>
              <a:t>and</a:t>
            </a:r>
            <a:r>
              <a:rPr lang="en-US" sz="2000" spc="-20" dirty="0">
                <a:solidFill>
                  <a:srgbClr val="8B8B8B"/>
                </a:solidFill>
                <a:latin typeface="Cambria"/>
                <a:cs typeface="Cambria"/>
              </a:rPr>
              <a:t> </a:t>
            </a:r>
            <a:r>
              <a:rPr lang="en-US" sz="2000" spc="-10" dirty="0">
                <a:solidFill>
                  <a:srgbClr val="8B8B8B"/>
                </a:solidFill>
                <a:latin typeface="Cambria"/>
                <a:cs typeface="Cambria"/>
              </a:rPr>
              <a:t>research</a:t>
            </a:r>
            <a:endParaRPr lang="en-US" sz="2000" dirty="0">
              <a:latin typeface="Cambria"/>
              <a:cs typeface="Cambria"/>
            </a:endParaRPr>
          </a:p>
          <a:p>
            <a:pPr algn="ctr"/>
            <a:endParaRPr lang="en-US" sz="2000" b="1" cap="none" spc="50" dirty="0">
              <a:ln w="0"/>
              <a:solidFill>
                <a:schemeClr val="bg2"/>
              </a:solidFill>
              <a:effectLst>
                <a:innerShdw blurRad="63500" dist="50800" dir="13500000">
                  <a:srgbClr val="000000">
                    <a:alpha val="50000"/>
                  </a:srgbClr>
                </a:innerShdw>
              </a:effectLst>
            </a:endParaRPr>
          </a:p>
          <a:p>
            <a:pPr algn="ctr"/>
            <a:endParaRPr lang="en-US" sz="2000" b="1" cap="none" spc="50" dirty="0">
              <a:ln w="0"/>
              <a:solidFill>
                <a:schemeClr val="bg2"/>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2565298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F1334B1-6C3B-52F1-1518-2AAB5ED65B44}"/>
              </a:ext>
            </a:extLst>
          </p:cNvPr>
          <p:cNvSpPr txBox="1"/>
          <p:nvPr/>
        </p:nvSpPr>
        <p:spPr>
          <a:xfrm>
            <a:off x="457200" y="990600"/>
            <a:ext cx="8229600" cy="419602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a:spAutoFit/>
          </a:bodyPr>
          <a:lstStyle/>
          <a:p>
            <a:pPr marL="342900" lvl="0" indent="-342900">
              <a:lnSpc>
                <a:spcPct val="150000"/>
              </a:lnSpc>
              <a:buFont typeface="Arial" panose="020B0604020202020204" pitchFamily="34" charset="0"/>
              <a:buChar char="•"/>
            </a:pPr>
            <a:r>
              <a:rPr lang="en-IN" b="1" dirty="0"/>
              <a:t>Requests Library:</a:t>
            </a:r>
            <a:r>
              <a:rPr lang="en-IN" dirty="0"/>
              <a:t> Used to send HTTP requests to the Dictionary API.</a:t>
            </a:r>
          </a:p>
          <a:p>
            <a:pPr marL="342900" lvl="0" indent="-342900">
              <a:lnSpc>
                <a:spcPct val="150000"/>
              </a:lnSpc>
              <a:buFont typeface="Arial" panose="020B0604020202020204" pitchFamily="34" charset="0"/>
              <a:buChar char="•"/>
            </a:pPr>
            <a:r>
              <a:rPr lang="en-IN" b="1" dirty="0"/>
              <a:t>JSON:</a:t>
            </a:r>
            <a:r>
              <a:rPr lang="en-IN" dirty="0"/>
              <a:t> Used to read and process the data received from the API.</a:t>
            </a:r>
          </a:p>
          <a:p>
            <a:pPr marL="342900" lvl="0" indent="-342900">
              <a:lnSpc>
                <a:spcPct val="150000"/>
              </a:lnSpc>
              <a:buFont typeface="Arial" panose="020B0604020202020204" pitchFamily="34" charset="0"/>
              <a:buChar char="•"/>
            </a:pPr>
            <a:r>
              <a:rPr lang="en-IN" b="1" dirty="0"/>
              <a:t>File Handling:</a:t>
            </a:r>
            <a:r>
              <a:rPr lang="en-IN" dirty="0"/>
              <a:t> Used to store and retrieve the user's search history.</a:t>
            </a:r>
          </a:p>
          <a:p>
            <a:pPr marL="342900" lvl="0" indent="-342900">
              <a:lnSpc>
                <a:spcPct val="150000"/>
              </a:lnSpc>
              <a:buFont typeface="Arial" panose="020B0604020202020204" pitchFamily="34" charset="0"/>
              <a:buChar char="•"/>
            </a:pPr>
            <a:r>
              <a:rPr lang="en-IN" b="1" dirty="0"/>
              <a:t>Exception Handling:</a:t>
            </a:r>
            <a:r>
              <a:rPr lang="en-IN" dirty="0"/>
              <a:t> Used to handle errors such as network failures, invalid responses, and connection problems.</a:t>
            </a:r>
          </a:p>
          <a:p>
            <a:pPr marL="342900" lvl="0" indent="-342900">
              <a:lnSpc>
                <a:spcPct val="150000"/>
              </a:lnSpc>
              <a:buFont typeface="Arial" panose="020B0604020202020204" pitchFamily="34" charset="0"/>
              <a:buChar char="•"/>
            </a:pPr>
            <a:r>
              <a:rPr lang="en-IN" b="1" dirty="0" err="1"/>
              <a:t>Difflib</a:t>
            </a:r>
            <a:r>
              <a:rPr lang="en-IN" b="1" dirty="0"/>
              <a:t> Module:</a:t>
            </a:r>
            <a:r>
              <a:rPr lang="en-IN" dirty="0"/>
              <a:t> Used to find similar words and provide spelling suggestions.</a:t>
            </a:r>
          </a:p>
          <a:p>
            <a:pPr marL="342900" lvl="0" indent="-342900">
              <a:lnSpc>
                <a:spcPct val="150000"/>
              </a:lnSpc>
              <a:buFont typeface="Arial" panose="020B0604020202020204" pitchFamily="34" charset="0"/>
              <a:buChar char="•"/>
            </a:pPr>
            <a:r>
              <a:rPr lang="en-IN" b="1" dirty="0" err="1"/>
              <a:t>Tkinter</a:t>
            </a:r>
            <a:r>
              <a:rPr lang="en-IN" b="1" dirty="0"/>
              <a:t>:</a:t>
            </a:r>
            <a:r>
              <a:rPr lang="en-IN" dirty="0"/>
              <a:t> Used to create the graphical user interface of the application.</a:t>
            </a:r>
          </a:p>
          <a:p>
            <a:pPr>
              <a:lnSpc>
                <a:spcPct val="150000"/>
              </a:lnSpc>
              <a:buNone/>
            </a:pPr>
            <a:r>
              <a:rPr lang="en-IN" dirty="0"/>
              <a:t>Thus, the project helps demonstrate how basic Python programming concepts can be combined with an API to develop a practical real-world application.</a:t>
            </a:r>
          </a:p>
        </p:txBody>
      </p:sp>
      <p:sp>
        <p:nvSpPr>
          <p:cNvPr id="6" name="Rectangle 5">
            <a:extLst>
              <a:ext uri="{FF2B5EF4-FFF2-40B4-BE49-F238E27FC236}">
                <a16:creationId xmlns:a16="http://schemas.microsoft.com/office/drawing/2014/main" id="{04155FA7-9F6A-8CED-7DFD-A2EFCC99FE94}"/>
              </a:ext>
            </a:extLst>
          </p:cNvPr>
          <p:cNvSpPr/>
          <p:nvPr/>
        </p:nvSpPr>
        <p:spPr>
          <a:xfrm>
            <a:off x="228600" y="6324600"/>
            <a:ext cx="8382000" cy="954107"/>
          </a:xfrm>
          <a:prstGeom prst="rect">
            <a:avLst/>
          </a:prstGeom>
          <a:noFill/>
        </p:spPr>
        <p:txBody>
          <a:bodyPr wrap="square" lIns="91440" tIns="45720" rIns="91440" bIns="45720">
            <a:spAutoFit/>
          </a:bodyPr>
          <a:lstStyle/>
          <a:p>
            <a:pPr algn="ctr"/>
            <a:r>
              <a:rPr lang="en-US" sz="2000" dirty="0">
                <a:solidFill>
                  <a:srgbClr val="8B8B8B"/>
                </a:solidFill>
                <a:latin typeface="Cambria"/>
                <a:cs typeface="Cambria"/>
              </a:rPr>
              <a:t>S.</a:t>
            </a:r>
            <a:r>
              <a:rPr lang="en-US" sz="2000" spc="-25" dirty="0">
                <a:solidFill>
                  <a:srgbClr val="8B8B8B"/>
                </a:solidFill>
                <a:latin typeface="Cambria"/>
                <a:cs typeface="Cambria"/>
              </a:rPr>
              <a:t> </a:t>
            </a:r>
            <a:r>
              <a:rPr lang="en-US" sz="2000" dirty="0">
                <a:solidFill>
                  <a:srgbClr val="8B8B8B"/>
                </a:solidFill>
                <a:latin typeface="Cambria"/>
                <a:cs typeface="Cambria"/>
              </a:rPr>
              <a:t>B.</a:t>
            </a:r>
            <a:r>
              <a:rPr lang="en-US" sz="2000" spc="-20" dirty="0">
                <a:solidFill>
                  <a:srgbClr val="8B8B8B"/>
                </a:solidFill>
                <a:latin typeface="Cambria"/>
                <a:cs typeface="Cambria"/>
              </a:rPr>
              <a:t> </a:t>
            </a:r>
            <a:r>
              <a:rPr lang="en-US" sz="2000" dirty="0">
                <a:solidFill>
                  <a:srgbClr val="8B8B8B"/>
                </a:solidFill>
                <a:latin typeface="Cambria"/>
                <a:cs typeface="Cambria"/>
              </a:rPr>
              <a:t>Jain</a:t>
            </a:r>
            <a:r>
              <a:rPr lang="en-US" sz="2000" spc="-20" dirty="0">
                <a:solidFill>
                  <a:srgbClr val="8B8B8B"/>
                </a:solidFill>
                <a:latin typeface="Cambria"/>
                <a:cs typeface="Cambria"/>
              </a:rPr>
              <a:t> </a:t>
            </a:r>
            <a:r>
              <a:rPr lang="en-US" sz="2000" spc="-10" dirty="0">
                <a:solidFill>
                  <a:srgbClr val="8B8B8B"/>
                </a:solidFill>
                <a:latin typeface="Cambria"/>
                <a:cs typeface="Cambria"/>
              </a:rPr>
              <a:t>Institute</a:t>
            </a:r>
            <a:r>
              <a:rPr lang="en-US" sz="2000" spc="-20" dirty="0">
                <a:solidFill>
                  <a:srgbClr val="8B8B8B"/>
                </a:solidFill>
                <a:latin typeface="Cambria"/>
                <a:cs typeface="Cambria"/>
              </a:rPr>
              <a:t> </a:t>
            </a:r>
            <a:r>
              <a:rPr lang="en-US" sz="2000" dirty="0">
                <a:solidFill>
                  <a:srgbClr val="8B8B8B"/>
                </a:solidFill>
                <a:latin typeface="Cambria"/>
                <a:cs typeface="Cambria"/>
              </a:rPr>
              <a:t>of</a:t>
            </a:r>
            <a:r>
              <a:rPr lang="en-US" sz="2000" spc="-20" dirty="0">
                <a:solidFill>
                  <a:srgbClr val="8B8B8B"/>
                </a:solidFill>
                <a:latin typeface="Cambria"/>
                <a:cs typeface="Cambria"/>
              </a:rPr>
              <a:t> Technology </a:t>
            </a:r>
            <a:r>
              <a:rPr lang="en-US" sz="2000" dirty="0">
                <a:solidFill>
                  <a:srgbClr val="8B8B8B"/>
                </a:solidFill>
                <a:latin typeface="Cambria"/>
                <a:cs typeface="Cambria"/>
              </a:rPr>
              <a:t>Management</a:t>
            </a:r>
            <a:r>
              <a:rPr lang="en-US" sz="2000" spc="-20" dirty="0">
                <a:solidFill>
                  <a:srgbClr val="8B8B8B"/>
                </a:solidFill>
                <a:latin typeface="Cambria"/>
                <a:cs typeface="Cambria"/>
              </a:rPr>
              <a:t> </a:t>
            </a:r>
            <a:r>
              <a:rPr lang="en-US" sz="2000" dirty="0">
                <a:solidFill>
                  <a:srgbClr val="8B8B8B"/>
                </a:solidFill>
                <a:latin typeface="Cambria"/>
                <a:cs typeface="Cambria"/>
              </a:rPr>
              <a:t>and</a:t>
            </a:r>
            <a:r>
              <a:rPr lang="en-US" sz="2000" spc="-20" dirty="0">
                <a:solidFill>
                  <a:srgbClr val="8B8B8B"/>
                </a:solidFill>
                <a:latin typeface="Cambria"/>
                <a:cs typeface="Cambria"/>
              </a:rPr>
              <a:t> </a:t>
            </a:r>
            <a:r>
              <a:rPr lang="en-US" sz="2000" spc="-10" dirty="0">
                <a:solidFill>
                  <a:srgbClr val="8B8B8B"/>
                </a:solidFill>
                <a:latin typeface="Cambria"/>
                <a:cs typeface="Cambria"/>
              </a:rPr>
              <a:t>research</a:t>
            </a:r>
            <a:endParaRPr lang="en-US" sz="2000" dirty="0">
              <a:latin typeface="Cambria"/>
              <a:cs typeface="Cambria"/>
            </a:endParaRPr>
          </a:p>
          <a:p>
            <a:pPr algn="ctr"/>
            <a:endParaRPr lang="en-US" sz="3600" b="1" cap="none" spc="50" dirty="0">
              <a:ln w="0"/>
              <a:solidFill>
                <a:schemeClr val="bg2"/>
              </a:solidFill>
              <a:effectLst>
                <a:innerShdw blurRad="63500" dist="50800" dir="13500000">
                  <a:srgbClr val="000000">
                    <a:alpha val="50000"/>
                  </a:srgbClr>
                </a:innerShdw>
              </a:effectLst>
            </a:endParaRPr>
          </a:p>
        </p:txBody>
      </p:sp>
    </p:spTree>
    <p:extLst>
      <p:ext uri="{BB962C8B-B14F-4D97-AF65-F5344CB8AC3E}">
        <p14:creationId xmlns:p14="http://schemas.microsoft.com/office/powerpoint/2010/main" val="3397323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E84F26-61A6-4FDD-E1E2-66504AA63824}"/>
              </a:ext>
            </a:extLst>
          </p:cNvPr>
          <p:cNvSpPr/>
          <p:nvPr/>
        </p:nvSpPr>
        <p:spPr>
          <a:xfrm>
            <a:off x="1066800" y="6350168"/>
            <a:ext cx="6572953" cy="1015663"/>
          </a:xfrm>
          <a:prstGeom prst="rect">
            <a:avLst/>
          </a:prstGeom>
          <a:noFill/>
        </p:spPr>
        <p:txBody>
          <a:bodyPr wrap="none" lIns="91440" tIns="45720" rIns="91440" bIns="45720">
            <a:spAutoFit/>
          </a:bodyPr>
          <a:lstStyle/>
          <a:p>
            <a:pPr algn="ctr"/>
            <a:r>
              <a:rPr lang="en-US" sz="2000" dirty="0">
                <a:solidFill>
                  <a:srgbClr val="8B8B8B"/>
                </a:solidFill>
                <a:latin typeface="Cambria"/>
                <a:cs typeface="Cambria"/>
              </a:rPr>
              <a:t>S.</a:t>
            </a:r>
            <a:r>
              <a:rPr lang="en-US" sz="2000" spc="-25" dirty="0">
                <a:solidFill>
                  <a:srgbClr val="8B8B8B"/>
                </a:solidFill>
                <a:latin typeface="Cambria"/>
                <a:cs typeface="Cambria"/>
              </a:rPr>
              <a:t> </a:t>
            </a:r>
            <a:r>
              <a:rPr lang="en-US" sz="2000" dirty="0">
                <a:solidFill>
                  <a:srgbClr val="8B8B8B"/>
                </a:solidFill>
                <a:latin typeface="Cambria"/>
                <a:cs typeface="Cambria"/>
              </a:rPr>
              <a:t>B.</a:t>
            </a:r>
            <a:r>
              <a:rPr lang="en-US" sz="2000" spc="-20" dirty="0">
                <a:solidFill>
                  <a:srgbClr val="8B8B8B"/>
                </a:solidFill>
                <a:latin typeface="Cambria"/>
                <a:cs typeface="Cambria"/>
              </a:rPr>
              <a:t> </a:t>
            </a:r>
            <a:r>
              <a:rPr lang="en-US" sz="2000" dirty="0">
                <a:solidFill>
                  <a:srgbClr val="8B8B8B"/>
                </a:solidFill>
                <a:latin typeface="Cambria"/>
                <a:cs typeface="Cambria"/>
              </a:rPr>
              <a:t>Jain</a:t>
            </a:r>
            <a:r>
              <a:rPr lang="en-US" sz="2000" spc="-20" dirty="0">
                <a:solidFill>
                  <a:srgbClr val="8B8B8B"/>
                </a:solidFill>
                <a:latin typeface="Cambria"/>
                <a:cs typeface="Cambria"/>
              </a:rPr>
              <a:t> </a:t>
            </a:r>
            <a:r>
              <a:rPr lang="en-US" sz="2000" spc="-10" dirty="0">
                <a:solidFill>
                  <a:srgbClr val="8B8B8B"/>
                </a:solidFill>
                <a:latin typeface="Cambria"/>
                <a:cs typeface="Cambria"/>
              </a:rPr>
              <a:t>Institute</a:t>
            </a:r>
            <a:r>
              <a:rPr lang="en-US" sz="2000" spc="-20" dirty="0">
                <a:solidFill>
                  <a:srgbClr val="8B8B8B"/>
                </a:solidFill>
                <a:latin typeface="Cambria"/>
                <a:cs typeface="Cambria"/>
              </a:rPr>
              <a:t> </a:t>
            </a:r>
            <a:r>
              <a:rPr lang="en-US" sz="2000" dirty="0">
                <a:solidFill>
                  <a:srgbClr val="8B8B8B"/>
                </a:solidFill>
                <a:latin typeface="Cambria"/>
                <a:cs typeface="Cambria"/>
              </a:rPr>
              <a:t>of</a:t>
            </a:r>
            <a:r>
              <a:rPr lang="en-US" sz="2000" spc="-20" dirty="0">
                <a:solidFill>
                  <a:srgbClr val="8B8B8B"/>
                </a:solidFill>
                <a:latin typeface="Cambria"/>
                <a:cs typeface="Cambria"/>
              </a:rPr>
              <a:t> Technology </a:t>
            </a:r>
            <a:r>
              <a:rPr lang="en-US" sz="2000" dirty="0">
                <a:solidFill>
                  <a:srgbClr val="8B8B8B"/>
                </a:solidFill>
                <a:latin typeface="Cambria"/>
                <a:cs typeface="Cambria"/>
              </a:rPr>
              <a:t>Management</a:t>
            </a:r>
            <a:r>
              <a:rPr lang="en-US" sz="2000" spc="-20" dirty="0">
                <a:solidFill>
                  <a:srgbClr val="8B8B8B"/>
                </a:solidFill>
                <a:latin typeface="Cambria"/>
                <a:cs typeface="Cambria"/>
              </a:rPr>
              <a:t> </a:t>
            </a:r>
            <a:r>
              <a:rPr lang="en-US" sz="2000" dirty="0">
                <a:solidFill>
                  <a:srgbClr val="8B8B8B"/>
                </a:solidFill>
                <a:latin typeface="Cambria"/>
                <a:cs typeface="Cambria"/>
              </a:rPr>
              <a:t>and</a:t>
            </a:r>
            <a:r>
              <a:rPr lang="en-US" sz="2000" spc="-20" dirty="0">
                <a:solidFill>
                  <a:srgbClr val="8B8B8B"/>
                </a:solidFill>
                <a:latin typeface="Cambria"/>
                <a:cs typeface="Cambria"/>
              </a:rPr>
              <a:t> </a:t>
            </a:r>
            <a:r>
              <a:rPr lang="en-US" sz="2000" spc="-10" dirty="0">
                <a:solidFill>
                  <a:srgbClr val="8B8B8B"/>
                </a:solidFill>
                <a:latin typeface="Cambria"/>
                <a:cs typeface="Cambria"/>
              </a:rPr>
              <a:t>research</a:t>
            </a:r>
            <a:endParaRPr lang="en-US" sz="2000" dirty="0">
              <a:latin typeface="Cambria"/>
              <a:cs typeface="Cambria"/>
            </a:endParaRPr>
          </a:p>
          <a:p>
            <a:pPr algn="ctr"/>
            <a:endParaRPr lang="en-US" sz="2000" b="1" cap="none" spc="50" dirty="0">
              <a:ln w="0"/>
              <a:solidFill>
                <a:schemeClr val="bg2"/>
              </a:solidFill>
              <a:effectLst>
                <a:innerShdw blurRad="63500" dist="50800" dir="13500000">
                  <a:srgbClr val="000000">
                    <a:alpha val="50000"/>
                  </a:srgbClr>
                </a:innerShdw>
              </a:effectLst>
            </a:endParaRPr>
          </a:p>
          <a:p>
            <a:pPr algn="ctr"/>
            <a:endParaRPr lang="en-US" sz="2000" b="1" cap="none" spc="50" dirty="0">
              <a:ln w="0"/>
              <a:solidFill>
                <a:schemeClr val="bg2"/>
              </a:solidFill>
              <a:effectLst>
                <a:innerShdw blurRad="63500" dist="50800" dir="13500000">
                  <a:srgbClr val="000000">
                    <a:alpha val="50000"/>
                  </a:srgbClr>
                </a:innerShdw>
              </a:effectLst>
            </a:endParaRPr>
          </a:p>
        </p:txBody>
      </p:sp>
      <p:sp>
        <p:nvSpPr>
          <p:cNvPr id="6" name="Rectangle 5">
            <a:extLst>
              <a:ext uri="{FF2B5EF4-FFF2-40B4-BE49-F238E27FC236}">
                <a16:creationId xmlns:a16="http://schemas.microsoft.com/office/drawing/2014/main" id="{67970E84-01A5-B89C-0D0A-B842983055B6}"/>
              </a:ext>
            </a:extLst>
          </p:cNvPr>
          <p:cNvSpPr/>
          <p:nvPr/>
        </p:nvSpPr>
        <p:spPr>
          <a:xfrm>
            <a:off x="549209" y="1828800"/>
            <a:ext cx="8045582" cy="3365024"/>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lIns="91440" tIns="45720" rIns="91440" bIns="45720">
            <a:spAutoFit/>
          </a:bodyPr>
          <a:lstStyle/>
          <a:p>
            <a:pPr marL="285750" indent="-285750" algn="l">
              <a:lnSpc>
                <a:spcPct val="150000"/>
              </a:lnSpc>
              <a:buFont typeface="Arial" panose="020B0604020202020204" pitchFamily="34" charset="0"/>
              <a:buChar char="•"/>
            </a:pPr>
            <a:r>
              <a:rPr lang="en-US" b="0" cap="none" spc="0" dirty="0">
                <a:ln w="0"/>
                <a:solidFill>
                  <a:schemeClr val="tx1"/>
                </a:solidFill>
                <a:effectLst>
                  <a:outerShdw blurRad="38100" dist="19050" dir="2700000" algn="tl" rotWithShape="0">
                    <a:schemeClr val="dk1">
                      <a:alpha val="40000"/>
                    </a:schemeClr>
                  </a:outerShdw>
                </a:effectLst>
              </a:rPr>
              <a:t>Create a GitHub account and set up a new repository for the project.</a:t>
            </a:r>
          </a:p>
          <a:p>
            <a:pPr marL="285750" indent="-285750" algn="l">
              <a:lnSpc>
                <a:spcPct val="150000"/>
              </a:lnSpc>
              <a:buFont typeface="Arial" panose="020B0604020202020204" pitchFamily="34" charset="0"/>
              <a:buChar char="•"/>
            </a:pPr>
            <a:r>
              <a:rPr lang="en-US" b="0" cap="none" spc="0" dirty="0">
                <a:ln w="0"/>
                <a:solidFill>
                  <a:schemeClr val="tx1"/>
                </a:solidFill>
                <a:effectLst>
                  <a:outerShdw blurRad="38100" dist="19050" dir="2700000" algn="tl" rotWithShape="0">
                    <a:schemeClr val="dk1">
                      <a:alpha val="40000"/>
                    </a:schemeClr>
                  </a:outerShdw>
                </a:effectLst>
              </a:rPr>
              <a:t>Upload the project code, along with a README explaining setup and usage.</a:t>
            </a:r>
          </a:p>
          <a:p>
            <a:pPr marL="285750" indent="-285750" algn="l">
              <a:lnSpc>
                <a:spcPct val="150000"/>
              </a:lnSpc>
              <a:buFont typeface="Arial" panose="020B0604020202020204" pitchFamily="34" charset="0"/>
              <a:buChar char="•"/>
            </a:pPr>
            <a:r>
              <a:rPr lang="en-US" b="0" cap="none" spc="0" dirty="0">
                <a:ln w="0"/>
                <a:solidFill>
                  <a:schemeClr val="tx1"/>
                </a:solidFill>
                <a:effectLst>
                  <a:outerShdw blurRad="38100" dist="19050" dir="2700000" algn="tl" rotWithShape="0">
                    <a:schemeClr val="dk1">
                      <a:alpha val="40000"/>
                    </a:schemeClr>
                  </a:outerShdw>
                </a:effectLst>
              </a:rPr>
              <a:t>Make meaningful, incremental commits that describe each change (e.g.,</a:t>
            </a:r>
          </a:p>
          <a:p>
            <a:pPr algn="l">
              <a:lnSpc>
                <a:spcPct val="150000"/>
              </a:lnSpc>
            </a:pPr>
            <a:r>
              <a:rPr lang="en-US" b="0" cap="none" spc="0" dirty="0">
                <a:ln w="0"/>
                <a:solidFill>
                  <a:schemeClr val="tx1"/>
                </a:solidFill>
                <a:effectLst>
                  <a:outerShdw blurRad="38100" dist="19050" dir="2700000" algn="tl" rotWithShape="0">
                    <a:schemeClr val="dk1">
                      <a:alpha val="40000"/>
                    </a:schemeClr>
                  </a:outerShdw>
                </a:effectLst>
              </a:rPr>
              <a:t>      "Add encryption function", "Add error handling").</a:t>
            </a:r>
          </a:p>
          <a:p>
            <a:pPr marL="285750" indent="-285750" algn="l">
              <a:lnSpc>
                <a:spcPct val="150000"/>
              </a:lnSpc>
              <a:buFont typeface="Arial" panose="020B0604020202020204" pitchFamily="34" charset="0"/>
              <a:buChar char="•"/>
            </a:pPr>
            <a:r>
              <a:rPr lang="en-US" b="0" cap="none" spc="0" dirty="0">
                <a:ln w="0"/>
                <a:solidFill>
                  <a:schemeClr val="tx1"/>
                </a:solidFill>
                <a:effectLst>
                  <a:outerShdw blurRad="38100" dist="19050" dir="2700000" algn="tl" rotWithShape="0">
                    <a:schemeClr val="dk1">
                      <a:alpha val="40000"/>
                    </a:schemeClr>
                  </a:outerShdw>
                </a:effectLst>
              </a:rPr>
              <a:t>Collaborate using branches and pull requests when working with a team.</a:t>
            </a:r>
          </a:p>
          <a:p>
            <a:pPr marL="285750" indent="-285750" algn="l">
              <a:lnSpc>
                <a:spcPct val="150000"/>
              </a:lnSpc>
              <a:buFont typeface="Arial" panose="020B0604020202020204" pitchFamily="34" charset="0"/>
              <a:buChar char="•"/>
            </a:pPr>
            <a:r>
              <a:rPr lang="en-US" b="0" cap="none" spc="0" dirty="0">
                <a:ln w="0"/>
                <a:solidFill>
                  <a:schemeClr val="tx1"/>
                </a:solidFill>
                <a:effectLst>
                  <a:outerShdw blurRad="38100" dist="19050" dir="2700000" algn="tl" rotWithShape="0">
                    <a:schemeClr val="dk1">
                      <a:alpha val="40000"/>
                    </a:schemeClr>
                  </a:outerShdw>
                </a:effectLst>
              </a:rPr>
              <a:t>Track individual contribution through commit history so each member's work is visible.</a:t>
            </a:r>
          </a:p>
        </p:txBody>
      </p:sp>
      <p:sp>
        <p:nvSpPr>
          <p:cNvPr id="7" name="Rectangle 6">
            <a:extLst>
              <a:ext uri="{FF2B5EF4-FFF2-40B4-BE49-F238E27FC236}">
                <a16:creationId xmlns:a16="http://schemas.microsoft.com/office/drawing/2014/main" id="{F5380B32-F399-F9EC-292F-42CC1D8D79C3}"/>
              </a:ext>
            </a:extLst>
          </p:cNvPr>
          <p:cNvSpPr/>
          <p:nvPr/>
        </p:nvSpPr>
        <p:spPr>
          <a:xfrm>
            <a:off x="1435812" y="586958"/>
            <a:ext cx="6203941" cy="1077218"/>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91440" tIns="45720" rIns="91440" bIns="45720">
            <a:spAutoFit/>
          </a:bodyPr>
          <a:lstStyle/>
          <a:p>
            <a:pPr algn="ctr"/>
            <a:r>
              <a:rPr lang="en-IN" sz="3200" dirty="0">
                <a:solidFill>
                  <a:srgbClr val="FF0000"/>
                </a:solidFill>
              </a:rPr>
              <a:t>GITHUB &amp; VERSION CONTROL</a:t>
            </a:r>
          </a:p>
          <a:p>
            <a:pPr algn="ctr"/>
            <a:endParaRPr lang="en-US" sz="3200" b="0" cap="none" spc="0" dirty="0">
              <a:ln w="0"/>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21149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Thank</a:t>
            </a:r>
            <a:r>
              <a:rPr spc="-260" dirty="0"/>
              <a:t> </a:t>
            </a:r>
            <a:r>
              <a:rPr spc="-70" dirty="0"/>
              <a:t>You</a:t>
            </a:r>
          </a:p>
        </p:txBody>
      </p:sp>
      <p:sp>
        <p:nvSpPr>
          <p:cNvPr id="3" name="object 3"/>
          <p:cNvSpPr txBox="1"/>
          <p:nvPr/>
        </p:nvSpPr>
        <p:spPr>
          <a:xfrm>
            <a:off x="483424" y="6355916"/>
            <a:ext cx="575627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8B8B8B"/>
                </a:solidFill>
                <a:latin typeface="Cambria"/>
                <a:cs typeface="Cambria"/>
              </a:rPr>
              <a:t>S.</a:t>
            </a:r>
            <a:r>
              <a:rPr sz="1800" spc="-25" dirty="0">
                <a:solidFill>
                  <a:srgbClr val="8B8B8B"/>
                </a:solidFill>
                <a:latin typeface="Cambria"/>
                <a:cs typeface="Cambria"/>
              </a:rPr>
              <a:t> </a:t>
            </a:r>
            <a:r>
              <a:rPr sz="1800" dirty="0">
                <a:solidFill>
                  <a:srgbClr val="8B8B8B"/>
                </a:solidFill>
                <a:latin typeface="Cambria"/>
                <a:cs typeface="Cambria"/>
              </a:rPr>
              <a:t>B.</a:t>
            </a:r>
            <a:r>
              <a:rPr sz="1800" spc="-20" dirty="0">
                <a:solidFill>
                  <a:srgbClr val="8B8B8B"/>
                </a:solidFill>
                <a:latin typeface="Cambria"/>
                <a:cs typeface="Cambria"/>
              </a:rPr>
              <a:t> </a:t>
            </a:r>
            <a:r>
              <a:rPr sz="1800" dirty="0">
                <a:solidFill>
                  <a:srgbClr val="8B8B8B"/>
                </a:solidFill>
                <a:latin typeface="Cambria"/>
                <a:cs typeface="Cambria"/>
              </a:rPr>
              <a:t>Jain</a:t>
            </a:r>
            <a:r>
              <a:rPr sz="1800" spc="-20" dirty="0">
                <a:solidFill>
                  <a:srgbClr val="8B8B8B"/>
                </a:solidFill>
                <a:latin typeface="Cambria"/>
                <a:cs typeface="Cambria"/>
              </a:rPr>
              <a:t> </a:t>
            </a:r>
            <a:r>
              <a:rPr sz="1800" spc="-10" dirty="0">
                <a:solidFill>
                  <a:srgbClr val="8B8B8B"/>
                </a:solidFill>
                <a:latin typeface="Cambria"/>
                <a:cs typeface="Cambria"/>
              </a:rPr>
              <a:t>Institute</a:t>
            </a:r>
            <a:r>
              <a:rPr sz="1800" spc="-20" dirty="0">
                <a:solidFill>
                  <a:srgbClr val="8B8B8B"/>
                </a:solidFill>
                <a:latin typeface="Cambria"/>
                <a:cs typeface="Cambria"/>
              </a:rPr>
              <a:t> </a:t>
            </a:r>
            <a:r>
              <a:rPr sz="1800" dirty="0">
                <a:solidFill>
                  <a:srgbClr val="8B8B8B"/>
                </a:solidFill>
                <a:latin typeface="Cambria"/>
                <a:cs typeface="Cambria"/>
              </a:rPr>
              <a:t>of</a:t>
            </a:r>
            <a:r>
              <a:rPr sz="1800" spc="-20" dirty="0">
                <a:solidFill>
                  <a:srgbClr val="8B8B8B"/>
                </a:solidFill>
                <a:latin typeface="Cambria"/>
                <a:cs typeface="Cambria"/>
              </a:rPr>
              <a:t> Technology </a:t>
            </a:r>
            <a:r>
              <a:rPr sz="1800" dirty="0">
                <a:solidFill>
                  <a:srgbClr val="8B8B8B"/>
                </a:solidFill>
                <a:latin typeface="Cambria"/>
                <a:cs typeface="Cambria"/>
              </a:rPr>
              <a:t>Management</a:t>
            </a:r>
            <a:r>
              <a:rPr sz="1800" spc="-20" dirty="0">
                <a:solidFill>
                  <a:srgbClr val="8B8B8B"/>
                </a:solidFill>
                <a:latin typeface="Cambria"/>
                <a:cs typeface="Cambria"/>
              </a:rPr>
              <a:t> </a:t>
            </a:r>
            <a:r>
              <a:rPr sz="1800" dirty="0">
                <a:solidFill>
                  <a:srgbClr val="8B8B8B"/>
                </a:solidFill>
                <a:latin typeface="Cambria"/>
                <a:cs typeface="Cambria"/>
              </a:rPr>
              <a:t>and</a:t>
            </a:r>
            <a:r>
              <a:rPr sz="1800" spc="-20" dirty="0">
                <a:solidFill>
                  <a:srgbClr val="8B8B8B"/>
                </a:solidFill>
                <a:latin typeface="Cambria"/>
                <a:cs typeface="Cambria"/>
              </a:rPr>
              <a:t> </a:t>
            </a:r>
            <a:r>
              <a:rPr sz="1800" spc="-10" dirty="0">
                <a:solidFill>
                  <a:srgbClr val="8B8B8B"/>
                </a:solidFill>
                <a:latin typeface="Cambria"/>
                <a:cs typeface="Cambria"/>
              </a:rPr>
              <a:t>research</a:t>
            </a:r>
            <a:endParaRPr sz="1800" dirty="0">
              <a:latin typeface="Cambria"/>
              <a:cs typeface="Cambri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185</TotalTime>
  <Words>867</Words>
  <Application>Microsoft Office PowerPoint</Application>
  <PresentationFormat>On-screen Show (4:3)</PresentationFormat>
  <Paragraphs>95</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Cambria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 PPT Format  -PPL.pptx</dc:title>
  <dc:creator>Asus Tuf</dc:creator>
  <cp:lastModifiedBy>Ram Thakur</cp:lastModifiedBy>
  <cp:revision>4</cp:revision>
  <dcterms:created xsi:type="dcterms:W3CDTF">2026-08-15T09:23:57Z</dcterms:created>
  <dcterms:modified xsi:type="dcterms:W3CDTF">2026-08-17T06:04:01Z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2026-08-15T00:00:00Z</vt:filetime>
  </property>
  <property fmtid="{D5CDD505-2E9C-101B-9397-08002B2CF9AE}" pid="4" name="Creator">
    <vt:lpwstr>Google</vt:lpwstr>
  </property>
  <property fmtid="{D5CDD505-2E9C-101B-9397-08002B2CF9AE}" pid="5" name="LastSaved">
    <vt:filetime>2026-08-15T00:00:00Z</vt:filetime>
  </property>
</Properties>
</file>